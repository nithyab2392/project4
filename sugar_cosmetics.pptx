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2" r:id="rId6"/>
    <p:sldId id="263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723281C-CF04-4D4C-A5A4-92E8F1BE2D6B}" v="34" dt="2026-01-12T19:03:51.8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1" d="100"/>
          <a:sy n="91" d="100"/>
        </p:scale>
        <p:origin x="37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thya Boopathy" userId="39191368d1a284b4" providerId="LiveId" clId="{BE86BC1A-481E-4CB2-9544-D850892D99AF}"/>
    <pc:docChg chg="undo custSel addSld delSld modSld">
      <pc:chgData name="Nithya Boopathy" userId="39191368d1a284b4" providerId="LiveId" clId="{BE86BC1A-481E-4CB2-9544-D850892D99AF}" dt="2026-01-19T05:18:43.017" v="3503" actId="20577"/>
      <pc:docMkLst>
        <pc:docMk/>
      </pc:docMkLst>
      <pc:sldChg chg="addSp delSp modSp mod">
        <pc:chgData name="Nithya Boopathy" userId="39191368d1a284b4" providerId="LiveId" clId="{BE86BC1A-481E-4CB2-9544-D850892D99AF}" dt="2026-01-12T13:26:13.633" v="360" actId="14100"/>
        <pc:sldMkLst>
          <pc:docMk/>
          <pc:sldMk cId="2765068855" sldId="258"/>
        </pc:sldMkLst>
        <pc:spChg chg="mod">
          <ac:chgData name="Nithya Boopathy" userId="39191368d1a284b4" providerId="LiveId" clId="{BE86BC1A-481E-4CB2-9544-D850892D99AF}" dt="2026-01-12T13:21:05.242" v="267" actId="27636"/>
          <ac:spMkLst>
            <pc:docMk/>
            <pc:sldMk cId="2765068855" sldId="258"/>
            <ac:spMk id="2" creationId="{C13113D4-BA0E-4F4C-5A1D-86EB6E4D2CEE}"/>
          </ac:spMkLst>
        </pc:spChg>
        <pc:spChg chg="add mod">
          <ac:chgData name="Nithya Boopathy" userId="39191368d1a284b4" providerId="LiveId" clId="{BE86BC1A-481E-4CB2-9544-D850892D99AF}" dt="2026-01-12T13:25:48.787" v="352" actId="20577"/>
          <ac:spMkLst>
            <pc:docMk/>
            <pc:sldMk cId="2765068855" sldId="258"/>
            <ac:spMk id="5" creationId="{12964184-AD96-D520-64A5-1B1FD4E2F796}"/>
          </ac:spMkLst>
        </pc:spChg>
        <pc:picChg chg="add mod">
          <ac:chgData name="Nithya Boopathy" userId="39191368d1a284b4" providerId="LiveId" clId="{BE86BC1A-481E-4CB2-9544-D850892D99AF}" dt="2026-01-12T13:26:13.633" v="360" actId="14100"/>
          <ac:picMkLst>
            <pc:docMk/>
            <pc:sldMk cId="2765068855" sldId="258"/>
            <ac:picMk id="9" creationId="{D188B847-5091-4563-78B1-488FA61BE6E2}"/>
          </ac:picMkLst>
        </pc:picChg>
      </pc:sldChg>
      <pc:sldChg chg="addSp delSp modSp add mod">
        <pc:chgData name="Nithya Boopathy" userId="39191368d1a284b4" providerId="LiveId" clId="{BE86BC1A-481E-4CB2-9544-D850892D99AF}" dt="2026-01-12T17:56:42.358" v="880" actId="255"/>
        <pc:sldMkLst>
          <pc:docMk/>
          <pc:sldMk cId="1422653853" sldId="259"/>
        </pc:sldMkLst>
        <pc:spChg chg="mod">
          <ac:chgData name="Nithya Boopathy" userId="39191368d1a284b4" providerId="LiveId" clId="{BE86BC1A-481E-4CB2-9544-D850892D99AF}" dt="2026-01-12T13:26:57.194" v="363" actId="20577"/>
          <ac:spMkLst>
            <pc:docMk/>
            <pc:sldMk cId="1422653853" sldId="259"/>
            <ac:spMk id="2" creationId="{73600AEC-20D7-C22F-5237-668DE3B205CE}"/>
          </ac:spMkLst>
        </pc:spChg>
        <pc:spChg chg="add mod">
          <ac:chgData name="Nithya Boopathy" userId="39191368d1a284b4" providerId="LiveId" clId="{BE86BC1A-481E-4CB2-9544-D850892D99AF}" dt="2026-01-12T17:56:42.358" v="880" actId="255"/>
          <ac:spMkLst>
            <pc:docMk/>
            <pc:sldMk cId="1422653853" sldId="259"/>
            <ac:spMk id="5" creationId="{A076193A-4D7A-F038-9EF6-54EE2ABC895B}"/>
          </ac:spMkLst>
        </pc:spChg>
      </pc:sldChg>
      <pc:sldChg chg="addSp modSp add mod">
        <pc:chgData name="Nithya Boopathy" userId="39191368d1a284b4" providerId="LiveId" clId="{BE86BC1A-481E-4CB2-9544-D850892D99AF}" dt="2026-01-12T15:23:29.404" v="754"/>
        <pc:sldMkLst>
          <pc:docMk/>
          <pc:sldMk cId="4042659137" sldId="260"/>
        </pc:sldMkLst>
        <pc:spChg chg="mod">
          <ac:chgData name="Nithya Boopathy" userId="39191368d1a284b4" providerId="LiveId" clId="{BE86BC1A-481E-4CB2-9544-D850892D99AF}" dt="2026-01-12T15:22:43.379" v="753" actId="20577"/>
          <ac:spMkLst>
            <pc:docMk/>
            <pc:sldMk cId="4042659137" sldId="260"/>
            <ac:spMk id="2" creationId="{110216FA-617F-A0BA-3110-D986F254413B}"/>
          </ac:spMkLst>
        </pc:spChg>
        <pc:spChg chg="mod">
          <ac:chgData name="Nithya Boopathy" userId="39191368d1a284b4" providerId="LiveId" clId="{BE86BC1A-481E-4CB2-9544-D850892D99AF}" dt="2026-01-12T15:22:40.590" v="740" actId="20577"/>
          <ac:spMkLst>
            <pc:docMk/>
            <pc:sldMk cId="4042659137" sldId="260"/>
            <ac:spMk id="5" creationId="{06B52E67-2180-CE96-6B48-9B913C3EA202}"/>
          </ac:spMkLst>
        </pc:spChg>
        <pc:picChg chg="add mod">
          <ac:chgData name="Nithya Boopathy" userId="39191368d1a284b4" providerId="LiveId" clId="{BE86BC1A-481E-4CB2-9544-D850892D99AF}" dt="2026-01-12T15:23:29.404" v="754"/>
          <ac:picMkLst>
            <pc:docMk/>
            <pc:sldMk cId="4042659137" sldId="260"/>
            <ac:picMk id="4" creationId="{A04A8C7D-7991-423E-A45F-F19F25E71057}"/>
          </ac:picMkLst>
        </pc:picChg>
      </pc:sldChg>
      <pc:sldChg chg="addSp delSp modSp add mod">
        <pc:chgData name="Nithya Boopathy" userId="39191368d1a284b4" providerId="LiveId" clId="{BE86BC1A-481E-4CB2-9544-D850892D99AF}" dt="2026-01-12T18:16:03.916" v="1138" actId="20577"/>
        <pc:sldMkLst>
          <pc:docMk/>
          <pc:sldMk cId="492167068" sldId="262"/>
        </pc:sldMkLst>
        <pc:spChg chg="add mod">
          <ac:chgData name="Nithya Boopathy" userId="39191368d1a284b4" providerId="LiveId" clId="{BE86BC1A-481E-4CB2-9544-D850892D99AF}" dt="2026-01-12T15:26:32.456" v="779" actId="14100"/>
          <ac:spMkLst>
            <pc:docMk/>
            <pc:sldMk cId="492167068" sldId="262"/>
            <ac:spMk id="3" creationId="{7F44A22F-04EB-EABD-53E0-979F890D38AC}"/>
          </ac:spMkLst>
        </pc:spChg>
        <pc:spChg chg="mod">
          <ac:chgData name="Nithya Boopathy" userId="39191368d1a284b4" providerId="LiveId" clId="{BE86BC1A-481E-4CB2-9544-D850892D99AF}" dt="2026-01-12T18:16:03.916" v="1138" actId="20577"/>
          <ac:spMkLst>
            <pc:docMk/>
            <pc:sldMk cId="492167068" sldId="262"/>
            <ac:spMk id="5" creationId="{035D5EF8-EAF5-10DC-6858-7E68239E625A}"/>
          </ac:spMkLst>
        </pc:spChg>
        <pc:spChg chg="add mod">
          <ac:chgData name="Nithya Boopathy" userId="39191368d1a284b4" providerId="LiveId" clId="{BE86BC1A-481E-4CB2-9544-D850892D99AF}" dt="2026-01-12T18:06:24.951" v="896" actId="5793"/>
          <ac:spMkLst>
            <pc:docMk/>
            <pc:sldMk cId="492167068" sldId="262"/>
            <ac:spMk id="8" creationId="{CA52F98F-D11C-3D91-E529-597EF75EB699}"/>
          </ac:spMkLst>
        </pc:spChg>
        <pc:picChg chg="add mod">
          <ac:chgData name="Nithya Boopathy" userId="39191368d1a284b4" providerId="LiveId" clId="{BE86BC1A-481E-4CB2-9544-D850892D99AF}" dt="2026-01-12T18:15:42.080" v="1128" actId="14100"/>
          <ac:picMkLst>
            <pc:docMk/>
            <pc:sldMk cId="492167068" sldId="262"/>
            <ac:picMk id="14" creationId="{7986290B-00B3-21D6-ACC3-1B645F384CC2}"/>
          </ac:picMkLst>
        </pc:picChg>
      </pc:sldChg>
      <pc:sldChg chg="modSp add mod">
        <pc:chgData name="Nithya Boopathy" userId="39191368d1a284b4" providerId="LiveId" clId="{BE86BC1A-481E-4CB2-9544-D850892D99AF}" dt="2026-01-12T18:48:31.204" v="1744" actId="6549"/>
        <pc:sldMkLst>
          <pc:docMk/>
          <pc:sldMk cId="3320826552" sldId="263"/>
        </pc:sldMkLst>
        <pc:spChg chg="mod">
          <ac:chgData name="Nithya Boopathy" userId="39191368d1a284b4" providerId="LiveId" clId="{BE86BC1A-481E-4CB2-9544-D850892D99AF}" dt="2026-01-12T18:16:19.085" v="1140" actId="20577"/>
          <ac:spMkLst>
            <pc:docMk/>
            <pc:sldMk cId="3320826552" sldId="263"/>
            <ac:spMk id="3" creationId="{613F0E3E-555F-78F7-9471-E44ABFB1972A}"/>
          </ac:spMkLst>
        </pc:spChg>
        <pc:spChg chg="mod">
          <ac:chgData name="Nithya Boopathy" userId="39191368d1a284b4" providerId="LiveId" clId="{BE86BC1A-481E-4CB2-9544-D850892D99AF}" dt="2026-01-12T18:18:20.833" v="1200" actId="14100"/>
          <ac:spMkLst>
            <pc:docMk/>
            <pc:sldMk cId="3320826552" sldId="263"/>
            <ac:spMk id="5" creationId="{90B348AE-0F29-4E94-3EFE-FD5785579813}"/>
          </ac:spMkLst>
        </pc:spChg>
        <pc:spChg chg="mod">
          <ac:chgData name="Nithya Boopathy" userId="39191368d1a284b4" providerId="LiveId" clId="{BE86BC1A-481E-4CB2-9544-D850892D99AF}" dt="2026-01-12T18:48:31.204" v="1744" actId="6549"/>
          <ac:spMkLst>
            <pc:docMk/>
            <pc:sldMk cId="3320826552" sldId="263"/>
            <ac:spMk id="8" creationId="{F1CD225F-82E9-3813-E450-0ADFA1D0B905}"/>
          </ac:spMkLst>
        </pc:spChg>
      </pc:sldChg>
      <pc:sldChg chg="addSp delSp modSp add mod">
        <pc:chgData name="Nithya Boopathy" userId="39191368d1a284b4" providerId="LiveId" clId="{BE86BC1A-481E-4CB2-9544-D850892D99AF}" dt="2026-01-12T18:35:18.846" v="1694"/>
        <pc:sldMkLst>
          <pc:docMk/>
          <pc:sldMk cId="3230531983" sldId="265"/>
        </pc:sldMkLst>
        <pc:spChg chg="mod">
          <ac:chgData name="Nithya Boopathy" userId="39191368d1a284b4" providerId="LiveId" clId="{BE86BC1A-481E-4CB2-9544-D850892D99AF}" dt="2026-01-12T18:33:49.987" v="1693" actId="6549"/>
          <ac:spMkLst>
            <pc:docMk/>
            <pc:sldMk cId="3230531983" sldId="265"/>
            <ac:spMk id="3" creationId="{119C6956-EC4E-947F-C996-046570A65907}"/>
          </ac:spMkLst>
        </pc:spChg>
        <pc:picChg chg="add mod">
          <ac:chgData name="Nithya Boopathy" userId="39191368d1a284b4" providerId="LiveId" clId="{BE86BC1A-481E-4CB2-9544-D850892D99AF}" dt="2026-01-12T18:35:18.846" v="1694"/>
          <ac:picMkLst>
            <pc:docMk/>
            <pc:sldMk cId="3230531983" sldId="265"/>
            <ac:picMk id="6" creationId="{87369BBF-7CE9-26BC-4C0D-3294F4DD3731}"/>
          </ac:picMkLst>
        </pc:picChg>
      </pc:sldChg>
      <pc:sldChg chg="modSp add mod">
        <pc:chgData name="Nithya Boopathy" userId="39191368d1a284b4" providerId="LiveId" clId="{BE86BC1A-481E-4CB2-9544-D850892D99AF}" dt="2026-01-12T19:05:51.756" v="2029" actId="20577"/>
        <pc:sldMkLst>
          <pc:docMk/>
          <pc:sldMk cId="1902380050" sldId="266"/>
        </pc:sldMkLst>
        <pc:spChg chg="mod">
          <ac:chgData name="Nithya Boopathy" userId="39191368d1a284b4" providerId="LiveId" clId="{BE86BC1A-481E-4CB2-9544-D850892D99AF}" dt="2026-01-12T19:05:51.756" v="2029" actId="20577"/>
          <ac:spMkLst>
            <pc:docMk/>
            <pc:sldMk cId="1902380050" sldId="266"/>
            <ac:spMk id="3" creationId="{64275D65-479F-E0F8-0A89-7DD9DC1421D5}"/>
          </ac:spMkLst>
        </pc:spChg>
        <pc:spChg chg="mod">
          <ac:chgData name="Nithya Boopathy" userId="39191368d1a284b4" providerId="LiveId" clId="{BE86BC1A-481E-4CB2-9544-D850892D99AF}" dt="2026-01-12T18:56:18.769" v="1907" actId="14100"/>
          <ac:spMkLst>
            <pc:docMk/>
            <pc:sldMk cId="1902380050" sldId="266"/>
            <ac:spMk id="5" creationId="{2AB92ACE-DF28-02CE-C396-E21E4FCCEBD1}"/>
          </ac:spMkLst>
        </pc:spChg>
        <pc:spChg chg="mod">
          <ac:chgData name="Nithya Boopathy" userId="39191368d1a284b4" providerId="LiveId" clId="{BE86BC1A-481E-4CB2-9544-D850892D99AF}" dt="2026-01-12T19:04:05.072" v="2023" actId="20577"/>
          <ac:spMkLst>
            <pc:docMk/>
            <pc:sldMk cId="1902380050" sldId="266"/>
            <ac:spMk id="8" creationId="{B2C10097-FD61-0FA2-A24D-42AE1C0298E6}"/>
          </ac:spMkLst>
        </pc:spChg>
      </pc:sldChg>
      <pc:sldChg chg="addSp modSp add mod">
        <pc:chgData name="Nithya Boopathy" userId="39191368d1a284b4" providerId="LiveId" clId="{BE86BC1A-481E-4CB2-9544-D850892D99AF}" dt="2026-01-12T18:54:41.463" v="1840"/>
        <pc:sldMkLst>
          <pc:docMk/>
          <pc:sldMk cId="1911485576" sldId="267"/>
        </pc:sldMkLst>
        <pc:spChg chg="mod">
          <ac:chgData name="Nithya Boopathy" userId="39191368d1a284b4" providerId="LiveId" clId="{BE86BC1A-481E-4CB2-9544-D850892D99AF}" dt="2026-01-12T18:54:40.522" v="1839" actId="6549"/>
          <ac:spMkLst>
            <pc:docMk/>
            <pc:sldMk cId="1911485576" sldId="267"/>
            <ac:spMk id="8" creationId="{DD7B0F26-0670-1BB5-94D5-28A3B69D63EC}"/>
          </ac:spMkLst>
        </pc:spChg>
        <pc:picChg chg="add mod">
          <ac:chgData name="Nithya Boopathy" userId="39191368d1a284b4" providerId="LiveId" clId="{BE86BC1A-481E-4CB2-9544-D850892D99AF}" dt="2026-01-12T18:54:41.463" v="1840"/>
          <ac:picMkLst>
            <pc:docMk/>
            <pc:sldMk cId="1911485576" sldId="267"/>
            <ac:picMk id="6" creationId="{7939066A-42F1-51D3-4660-C41CF6CCB67B}"/>
          </ac:picMkLst>
        </pc:picChg>
      </pc:sldChg>
      <pc:sldChg chg="delSp modSp add mod">
        <pc:chgData name="Nithya Boopathy" userId="39191368d1a284b4" providerId="LiveId" clId="{BE86BC1A-481E-4CB2-9544-D850892D99AF}" dt="2026-01-12T19:41:19.091" v="2404" actId="20577"/>
        <pc:sldMkLst>
          <pc:docMk/>
          <pc:sldMk cId="1385740272" sldId="268"/>
        </pc:sldMkLst>
        <pc:spChg chg="mod">
          <ac:chgData name="Nithya Boopathy" userId="39191368d1a284b4" providerId="LiveId" clId="{BE86BC1A-481E-4CB2-9544-D850892D99AF}" dt="2026-01-12T19:06:14.541" v="2031" actId="20577"/>
          <ac:spMkLst>
            <pc:docMk/>
            <pc:sldMk cId="1385740272" sldId="268"/>
            <ac:spMk id="3" creationId="{540ABDB4-0DEB-EFF3-4D09-AFFA7C504C29}"/>
          </ac:spMkLst>
        </pc:spChg>
        <pc:spChg chg="mod">
          <ac:chgData name="Nithya Boopathy" userId="39191368d1a284b4" providerId="LiveId" clId="{BE86BC1A-481E-4CB2-9544-D850892D99AF}" dt="2026-01-12T19:41:19.091" v="2404" actId="20577"/>
          <ac:spMkLst>
            <pc:docMk/>
            <pc:sldMk cId="1385740272" sldId="268"/>
            <ac:spMk id="5" creationId="{76D65955-D084-6902-4A7E-5B21C5A76832}"/>
          </ac:spMkLst>
        </pc:spChg>
      </pc:sldChg>
      <pc:sldChg chg="addSp modSp add mod">
        <pc:chgData name="Nithya Boopathy" userId="39191368d1a284b4" providerId="LiveId" clId="{BE86BC1A-481E-4CB2-9544-D850892D99AF}" dt="2026-01-12T19:45:44.348" v="2419"/>
        <pc:sldMkLst>
          <pc:docMk/>
          <pc:sldMk cId="1190295265" sldId="269"/>
        </pc:sldMkLst>
        <pc:spChg chg="mod">
          <ac:chgData name="Nithya Boopathy" userId="39191368d1a284b4" providerId="LiveId" clId="{BE86BC1A-481E-4CB2-9544-D850892D99AF}" dt="2026-01-12T19:41:41.315" v="2417" actId="6549"/>
          <ac:spMkLst>
            <pc:docMk/>
            <pc:sldMk cId="1190295265" sldId="269"/>
            <ac:spMk id="5" creationId="{798B17A3-8767-10CA-90F0-C8FFE6C4C1A6}"/>
          </ac:spMkLst>
        </pc:spChg>
        <pc:picChg chg="add mod">
          <ac:chgData name="Nithya Boopathy" userId="39191368d1a284b4" providerId="LiveId" clId="{BE86BC1A-481E-4CB2-9544-D850892D99AF}" dt="2026-01-12T19:45:44.348" v="2419"/>
          <ac:picMkLst>
            <pc:docMk/>
            <pc:sldMk cId="1190295265" sldId="269"/>
            <ac:picMk id="6" creationId="{47C3475B-8C9A-61CD-B4F5-FE09572BD812}"/>
          </ac:picMkLst>
        </pc:picChg>
      </pc:sldChg>
      <pc:sldChg chg="addSp modSp add mod">
        <pc:chgData name="Nithya Boopathy" userId="39191368d1a284b4" providerId="LiveId" clId="{BE86BC1A-481E-4CB2-9544-D850892D99AF}" dt="2026-01-12T19:49:35.127" v="2485" actId="14100"/>
        <pc:sldMkLst>
          <pc:docMk/>
          <pc:sldMk cId="2846730564" sldId="270"/>
        </pc:sldMkLst>
        <pc:spChg chg="mod">
          <ac:chgData name="Nithya Boopathy" userId="39191368d1a284b4" providerId="LiveId" clId="{BE86BC1A-481E-4CB2-9544-D850892D99AF}" dt="2026-01-12T19:48:52.336" v="2477" actId="14100"/>
          <ac:spMkLst>
            <pc:docMk/>
            <pc:sldMk cId="2846730564" sldId="270"/>
            <ac:spMk id="3" creationId="{BC7A848F-AE2F-7674-1246-E885297783E2}"/>
          </ac:spMkLst>
        </pc:spChg>
        <pc:spChg chg="mod">
          <ac:chgData name="Nithya Boopathy" userId="39191368d1a284b4" providerId="LiveId" clId="{BE86BC1A-481E-4CB2-9544-D850892D99AF}" dt="2026-01-12T19:49:00.427" v="2482" actId="20577"/>
          <ac:spMkLst>
            <pc:docMk/>
            <pc:sldMk cId="2846730564" sldId="270"/>
            <ac:spMk id="5" creationId="{2E5CE622-5797-9F65-74E8-BBC617396781}"/>
          </ac:spMkLst>
        </pc:spChg>
        <pc:picChg chg="add mod">
          <ac:chgData name="Nithya Boopathy" userId="39191368d1a284b4" providerId="LiveId" clId="{BE86BC1A-481E-4CB2-9544-D850892D99AF}" dt="2026-01-12T19:49:35.127" v="2485" actId="14100"/>
          <ac:picMkLst>
            <pc:docMk/>
            <pc:sldMk cId="2846730564" sldId="270"/>
            <ac:picMk id="6" creationId="{B9A451CC-811E-5737-6B00-9D4101EAD9C4}"/>
          </ac:picMkLst>
        </pc:picChg>
      </pc:sldChg>
      <pc:sldChg chg="modSp add mod">
        <pc:chgData name="Nithya Boopathy" userId="39191368d1a284b4" providerId="LiveId" clId="{BE86BC1A-481E-4CB2-9544-D850892D99AF}" dt="2026-01-12T20:09:26.371" v="2818" actId="5793"/>
        <pc:sldMkLst>
          <pc:docMk/>
          <pc:sldMk cId="3527286408" sldId="271"/>
        </pc:sldMkLst>
        <pc:spChg chg="mod">
          <ac:chgData name="Nithya Boopathy" userId="39191368d1a284b4" providerId="LiveId" clId="{BE86BC1A-481E-4CB2-9544-D850892D99AF}" dt="2026-01-12T19:50:07.120" v="2487" actId="20577"/>
          <ac:spMkLst>
            <pc:docMk/>
            <pc:sldMk cId="3527286408" sldId="271"/>
            <ac:spMk id="3" creationId="{E9F55873-5211-6636-92B3-0768F7446181}"/>
          </ac:spMkLst>
        </pc:spChg>
        <pc:spChg chg="mod">
          <ac:chgData name="Nithya Boopathy" userId="39191368d1a284b4" providerId="LiveId" clId="{BE86BC1A-481E-4CB2-9544-D850892D99AF}" dt="2026-01-12T20:09:26.371" v="2818" actId="5793"/>
          <ac:spMkLst>
            <pc:docMk/>
            <pc:sldMk cId="3527286408" sldId="271"/>
            <ac:spMk id="5" creationId="{650EA638-4087-E1B5-325F-157707166470}"/>
          </ac:spMkLst>
        </pc:spChg>
      </pc:sldChg>
      <pc:sldChg chg="addSp delSp modSp add mod">
        <pc:chgData name="Nithya Boopathy" userId="39191368d1a284b4" providerId="LiveId" clId="{BE86BC1A-481E-4CB2-9544-D850892D99AF}" dt="2026-01-12T20:11:07.452" v="2829" actId="6549"/>
        <pc:sldMkLst>
          <pc:docMk/>
          <pc:sldMk cId="1269121295" sldId="272"/>
        </pc:sldMkLst>
        <pc:spChg chg="mod">
          <ac:chgData name="Nithya Boopathy" userId="39191368d1a284b4" providerId="LiveId" clId="{BE86BC1A-481E-4CB2-9544-D850892D99AF}" dt="2026-01-12T20:11:07.452" v="2829" actId="6549"/>
          <ac:spMkLst>
            <pc:docMk/>
            <pc:sldMk cId="1269121295" sldId="272"/>
            <ac:spMk id="3" creationId="{B383C60C-45DE-CC05-1431-5B3586B7A3D3}"/>
          </ac:spMkLst>
        </pc:spChg>
        <pc:picChg chg="add mod">
          <ac:chgData name="Nithya Boopathy" userId="39191368d1a284b4" providerId="LiveId" clId="{BE86BC1A-481E-4CB2-9544-D850892D99AF}" dt="2026-01-12T20:10:38.655" v="2828" actId="14100"/>
          <ac:picMkLst>
            <pc:docMk/>
            <pc:sldMk cId="1269121295" sldId="272"/>
            <ac:picMk id="6" creationId="{69776FA5-99F8-7D00-D91B-13296C773B45}"/>
          </ac:picMkLst>
        </pc:picChg>
      </pc:sldChg>
      <pc:sldChg chg="addSp delSp modSp add mod">
        <pc:chgData name="Nithya Boopathy" userId="39191368d1a284b4" providerId="LiveId" clId="{BE86BC1A-481E-4CB2-9544-D850892D99AF}" dt="2026-01-12T20:28:26.860" v="2853" actId="14100"/>
        <pc:sldMkLst>
          <pc:docMk/>
          <pc:sldMk cId="3749627653" sldId="273"/>
        </pc:sldMkLst>
        <pc:spChg chg="add mod">
          <ac:chgData name="Nithya Boopathy" userId="39191368d1a284b4" providerId="LiveId" clId="{BE86BC1A-481E-4CB2-9544-D850892D99AF}" dt="2026-01-12T20:28:23.820" v="2852" actId="27636"/>
          <ac:spMkLst>
            <pc:docMk/>
            <pc:sldMk cId="3749627653" sldId="273"/>
            <ac:spMk id="7" creationId="{556F11AD-0E16-35CE-B2EA-17C8B92FEC47}"/>
          </ac:spMkLst>
        </pc:spChg>
        <pc:picChg chg="add mod">
          <ac:chgData name="Nithya Boopathy" userId="39191368d1a284b4" providerId="LiveId" clId="{BE86BC1A-481E-4CB2-9544-D850892D99AF}" dt="2026-01-12T20:28:26.860" v="2853" actId="14100"/>
          <ac:picMkLst>
            <pc:docMk/>
            <pc:sldMk cId="3749627653" sldId="273"/>
            <ac:picMk id="10" creationId="{23A9FFDE-8C30-922E-84F6-7B720755A844}"/>
          </ac:picMkLst>
        </pc:picChg>
      </pc:sldChg>
      <pc:sldChg chg="delSp modSp add mod">
        <pc:chgData name="Nithya Boopathy" userId="39191368d1a284b4" providerId="LiveId" clId="{BE86BC1A-481E-4CB2-9544-D850892D99AF}" dt="2026-01-12T20:54:25.101" v="3377"/>
        <pc:sldMkLst>
          <pc:docMk/>
          <pc:sldMk cId="2475527552" sldId="274"/>
        </pc:sldMkLst>
        <pc:spChg chg="mod">
          <ac:chgData name="Nithya Boopathy" userId="39191368d1a284b4" providerId="LiveId" clId="{BE86BC1A-481E-4CB2-9544-D850892D99AF}" dt="2026-01-12T20:33:08.577" v="2863" actId="27636"/>
          <ac:spMkLst>
            <pc:docMk/>
            <pc:sldMk cId="2475527552" sldId="274"/>
            <ac:spMk id="3" creationId="{E2288EFB-A78C-5475-E3B2-344AD5D5C695}"/>
          </ac:spMkLst>
        </pc:spChg>
        <pc:spChg chg="mod">
          <ac:chgData name="Nithya Boopathy" userId="39191368d1a284b4" providerId="LiveId" clId="{BE86BC1A-481E-4CB2-9544-D850892D99AF}" dt="2026-01-12T20:54:25.101" v="3377"/>
          <ac:spMkLst>
            <pc:docMk/>
            <pc:sldMk cId="2475527552" sldId="274"/>
            <ac:spMk id="7" creationId="{7AEA8EDC-02B6-95FB-F5EB-CC0D5A48D4CF}"/>
          </ac:spMkLst>
        </pc:spChg>
      </pc:sldChg>
      <pc:sldChg chg="modSp add mod">
        <pc:chgData name="Nithya Boopathy" userId="39191368d1a284b4" providerId="LiveId" clId="{BE86BC1A-481E-4CB2-9544-D850892D99AF}" dt="2026-01-19T05:18:43.017" v="3503" actId="20577"/>
        <pc:sldMkLst>
          <pc:docMk/>
          <pc:sldMk cId="2330517183" sldId="275"/>
        </pc:sldMkLst>
        <pc:spChg chg="mod">
          <ac:chgData name="Nithya Boopathy" userId="39191368d1a284b4" providerId="LiveId" clId="{BE86BC1A-481E-4CB2-9544-D850892D99AF}" dt="2026-01-19T05:18:43.017" v="3503" actId="20577"/>
          <ac:spMkLst>
            <pc:docMk/>
            <pc:sldMk cId="2330517183" sldId="275"/>
            <ac:spMk id="7" creationId="{93EF351D-DEEA-5172-EA24-11F4F8723EE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6/27/2026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6/27/2026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6/27/2026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6/27/2026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6/27/2026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6/27/2026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6/27/2026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6/27/2026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6/27/2026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6/27/2026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6/27/2026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6/27/2026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0"/>
                <a:lumOff val="100000"/>
              </a:schemeClr>
            </a:gs>
            <a:gs pos="35000">
              <a:schemeClr val="accent5">
                <a:lumMod val="0"/>
                <a:lumOff val="100000"/>
              </a:schemeClr>
            </a:gs>
            <a:gs pos="100000">
              <a:schemeClr val="accent5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6C12F-BB15-4183-3455-37751F24A6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15128" y="-1"/>
            <a:ext cx="8361229" cy="5614219"/>
          </a:xfrm>
        </p:spPr>
        <p:txBody>
          <a:bodyPr/>
          <a:lstStyle/>
          <a:p>
            <a:r>
              <a:rPr lang="en-IN" b="1" i="1" dirty="0">
                <a:solidFill>
                  <a:srgbClr val="002060"/>
                </a:solidFill>
              </a:rPr>
              <a:t>Instagram Performance Analytics for </a:t>
            </a:r>
            <a:r>
              <a:rPr lang="en-IN" b="1" i="1" u="sng" dirty="0">
                <a:solidFill>
                  <a:srgbClr val="002060"/>
                </a:solidFill>
              </a:rPr>
              <a:t>Sugar Cosmetics</a:t>
            </a:r>
            <a:endParaRPr lang="en-IN" i="1" u="sng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81519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>
                <a:lumMod val="40000"/>
                <a:lumOff val="60000"/>
              </a:schemeClr>
            </a:gs>
            <a:gs pos="0">
              <a:schemeClr val="accent5">
                <a:lumMod val="0"/>
                <a:lumOff val="100000"/>
              </a:schemeClr>
            </a:gs>
            <a:gs pos="0">
              <a:schemeClr val="accent5">
                <a:lumMod val="0"/>
                <a:lumOff val="100000"/>
              </a:schemeClr>
            </a:gs>
            <a:gs pos="100000">
              <a:schemeClr val="accent5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2D3E2D-CA9F-DA13-340D-07B0FF36E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113D4-BA0E-4F4C-5A1D-86EB6E4D2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127820"/>
            <a:ext cx="9601200" cy="452283"/>
          </a:xfrm>
        </p:spPr>
        <p:txBody>
          <a:bodyPr>
            <a:normAutofit fontScale="90000"/>
          </a:bodyPr>
          <a:lstStyle/>
          <a:p>
            <a:r>
              <a:rPr lang="en-US" dirty="0"/>
              <a:t>                            </a:t>
            </a:r>
            <a:r>
              <a:rPr lang="en-US" b="1" u="sng" dirty="0"/>
              <a:t>Task 1 </a:t>
            </a:r>
            <a:endParaRPr lang="en-IN" b="1" u="sn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2964184-AD96-D520-64A5-1B1FD4E2F7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5742" y="717755"/>
            <a:ext cx="11189110" cy="5938683"/>
          </a:xfrm>
        </p:spPr>
        <p:txBody>
          <a:bodyPr/>
          <a:lstStyle/>
          <a:p>
            <a:pPr marL="0" indent="0">
              <a:buClr>
                <a:srgbClr val="002060"/>
              </a:buClr>
              <a:buSzPct val="120000"/>
              <a:buNone/>
            </a:pPr>
            <a:r>
              <a:rPr lang="en-IN" dirty="0">
                <a:solidFill>
                  <a:schemeClr val="tx1"/>
                </a:solidFill>
                <a:latin typeface="Algerian" panose="04020705040A02060702" pitchFamily="82" charset="0"/>
              </a:rPr>
              <a:t>                                                         </a:t>
            </a:r>
            <a:r>
              <a:rPr lang="en-IN" sz="2400" b="1" u="sng" dirty="0">
                <a:solidFill>
                  <a:schemeClr val="tx1"/>
                </a:solidFill>
                <a:latin typeface="Algerian" panose="04020705040A02060702" pitchFamily="82" charset="0"/>
              </a:rPr>
              <a:t>KPI’S OF SUGAR COSMETICS</a:t>
            </a:r>
          </a:p>
          <a:p>
            <a:pPr>
              <a:buClr>
                <a:srgbClr val="002060"/>
              </a:buClr>
              <a:buSzPct val="120000"/>
              <a:buFont typeface="Wingdings" panose="05000000000000000000" pitchFamily="2" charset="2"/>
              <a:buChar char="q"/>
            </a:pPr>
            <a:r>
              <a:rPr lang="en-IN" sz="2400" dirty="0">
                <a:solidFill>
                  <a:schemeClr val="tx1"/>
                </a:solidFill>
              </a:rPr>
              <a:t>In  a text table , I have mentioned the </a:t>
            </a:r>
            <a:r>
              <a:rPr lang="en-IN" sz="2400" dirty="0"/>
              <a:t>key performance indicators (KPIs) for Sugar Cosmetics’ Instagram performance. </a:t>
            </a:r>
            <a:br>
              <a:rPr lang="en-IN" sz="2400" dirty="0"/>
            </a:br>
            <a:r>
              <a:rPr lang="en-IN" sz="2400" dirty="0"/>
              <a:t> </a:t>
            </a:r>
            <a:endParaRPr lang="en-IN" sz="2400" dirty="0">
              <a:solidFill>
                <a:schemeClr val="tx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188B847-5091-4563-78B1-488FA61BE6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66451"/>
            <a:ext cx="12192000" cy="4891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0688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>
                <a:lumMod val="40000"/>
                <a:lumOff val="60000"/>
              </a:schemeClr>
            </a:gs>
            <a:gs pos="0">
              <a:schemeClr val="accent5">
                <a:lumMod val="0"/>
                <a:lumOff val="100000"/>
              </a:schemeClr>
            </a:gs>
            <a:gs pos="0">
              <a:schemeClr val="accent5">
                <a:lumMod val="0"/>
                <a:lumOff val="100000"/>
              </a:schemeClr>
            </a:gs>
            <a:gs pos="100000">
              <a:schemeClr val="accent5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7924D1-F87D-4065-43A5-5458C7B5C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00AEC-20D7-C22F-5237-668DE3B20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127820"/>
            <a:ext cx="9601200" cy="707922"/>
          </a:xfrm>
        </p:spPr>
        <p:txBody>
          <a:bodyPr/>
          <a:lstStyle/>
          <a:p>
            <a:r>
              <a:rPr lang="en-US" dirty="0"/>
              <a:t>                            </a:t>
            </a:r>
            <a:r>
              <a:rPr lang="en-US" b="1" u="sng" dirty="0"/>
              <a:t>Task 2</a:t>
            </a:r>
            <a:endParaRPr lang="en-IN" b="1" u="sn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076193A-4D7A-F038-9EF6-54EE2ABC89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3059" y="835742"/>
            <a:ext cx="10854812" cy="5894438"/>
          </a:xfrm>
        </p:spPr>
        <p:txBody>
          <a:bodyPr/>
          <a:lstStyle/>
          <a:p>
            <a:pPr marL="0" indent="0">
              <a:buClr>
                <a:srgbClr val="002060"/>
              </a:buClr>
              <a:buNone/>
            </a:pPr>
            <a:r>
              <a:rPr lang="en-IN" dirty="0"/>
              <a:t>                                           </a:t>
            </a:r>
            <a:r>
              <a:rPr lang="en-IN" sz="2400" b="1" u="sng" dirty="0">
                <a:latin typeface="Algerian" panose="04020705040A02060702" pitchFamily="82" charset="0"/>
              </a:rPr>
              <a:t>Monthly Posting Trend </a:t>
            </a:r>
          </a:p>
          <a:p>
            <a:pPr>
              <a:buClr>
                <a:srgbClr val="002060"/>
              </a:buClr>
              <a:buFont typeface="Wingdings" panose="05000000000000000000" pitchFamily="2" charset="2"/>
              <a:buChar char="q"/>
            </a:pPr>
            <a:r>
              <a:rPr lang="en-IN" sz="2400" dirty="0"/>
              <a:t>Created a line chart that shows the monthly posts of each months.</a:t>
            </a:r>
          </a:p>
          <a:p>
            <a:pPr>
              <a:buClr>
                <a:srgbClr val="002060"/>
              </a:buClr>
              <a:buFont typeface="Wingdings" panose="05000000000000000000" pitchFamily="2" charset="2"/>
              <a:buChar char="q"/>
            </a:pPr>
            <a:r>
              <a:rPr lang="en-IN" sz="2400" dirty="0"/>
              <a:t>The posting numbers are not much varied throughout the months. </a:t>
            </a:r>
          </a:p>
          <a:p>
            <a:pPr>
              <a:buClr>
                <a:srgbClr val="002060"/>
              </a:buClr>
              <a:buFont typeface="Wingdings" panose="05000000000000000000" pitchFamily="2" charset="2"/>
              <a:buChar char="q"/>
            </a:pPr>
            <a:r>
              <a:rPr lang="en-IN" sz="2400" dirty="0"/>
              <a:t>It shows a slight peak in 6 months gap. </a:t>
            </a:r>
          </a:p>
          <a:p>
            <a:pPr>
              <a:buClr>
                <a:srgbClr val="002060"/>
              </a:buClr>
              <a:buFont typeface="Wingdings" panose="05000000000000000000" pitchFamily="2" charset="2"/>
              <a:buChar char="q"/>
            </a:pPr>
            <a:r>
              <a:rPr lang="en-IN" sz="2400" dirty="0"/>
              <a:t> the Exponential Regression Equation tells us that the base level of posts starts around 4103.</a:t>
            </a:r>
          </a:p>
          <a:p>
            <a:pPr>
              <a:buClr>
                <a:srgbClr val="002060"/>
              </a:buClr>
              <a:buFont typeface="Wingdings" panose="05000000000000000000" pitchFamily="2" charset="2"/>
              <a:buChar char="q"/>
            </a:pPr>
            <a:r>
              <a:rPr lang="en-US" sz="2400" dirty="0"/>
              <a:t>The growth rate per month is 0.23%, which is quite modest.</a:t>
            </a:r>
          </a:p>
          <a:p>
            <a:pPr>
              <a:buClr>
                <a:srgbClr val="002060"/>
              </a:buClr>
              <a:buFont typeface="Wingdings" panose="05000000000000000000" pitchFamily="2" charset="2"/>
              <a:buChar char="q"/>
            </a:pPr>
            <a:r>
              <a:rPr lang="en-IN" sz="2400" dirty="0"/>
              <a:t>A high p-value (like 0.289) means the trend could be due to random noise, not a real pattern and is statistically not significant. </a:t>
            </a:r>
          </a:p>
          <a:p>
            <a:pPr>
              <a:buClr>
                <a:srgbClr val="002060"/>
              </a:buClr>
              <a:buFont typeface="Wingdings" panose="05000000000000000000" pitchFamily="2" charset="2"/>
              <a:buChar char="q"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4226538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>
                <a:lumMod val="40000"/>
                <a:lumOff val="60000"/>
              </a:schemeClr>
            </a:gs>
            <a:gs pos="0">
              <a:schemeClr val="accent5">
                <a:lumMod val="0"/>
                <a:lumOff val="100000"/>
              </a:schemeClr>
            </a:gs>
            <a:gs pos="0">
              <a:schemeClr val="accent5">
                <a:lumMod val="0"/>
                <a:lumOff val="100000"/>
              </a:schemeClr>
            </a:gs>
            <a:gs pos="100000">
              <a:schemeClr val="accent5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D15E8B-22F0-8EFC-CE47-FD36F934D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216FA-617F-A0BA-3110-D986F2544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127820"/>
            <a:ext cx="9601200" cy="707922"/>
          </a:xfrm>
        </p:spPr>
        <p:txBody>
          <a:bodyPr/>
          <a:lstStyle/>
          <a:p>
            <a:r>
              <a:rPr lang="en-US" dirty="0"/>
              <a:t>                     </a:t>
            </a:r>
            <a:endParaRPr lang="en-IN" b="1" u="sn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6B52E67-2180-CE96-6B48-9B913C3EA2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835742"/>
            <a:ext cx="9601200" cy="5031658"/>
          </a:xfrm>
        </p:spPr>
        <p:txBody>
          <a:bodyPr/>
          <a:lstStyle/>
          <a:p>
            <a:pPr marL="0" indent="0">
              <a:buClr>
                <a:srgbClr val="002060"/>
              </a:buClr>
              <a:buNone/>
            </a:pPr>
            <a:r>
              <a:rPr lang="en-IN" dirty="0"/>
              <a:t>                                      </a:t>
            </a:r>
            <a:endParaRPr lang="en-IN" sz="2400" b="1" u="sng" dirty="0">
              <a:latin typeface="Algerian" panose="04020705040A02060702" pitchFamily="8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4A8C7D-7991-423E-A45F-F19F25E710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26591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>
                <a:lumMod val="40000"/>
                <a:lumOff val="60000"/>
              </a:schemeClr>
            </a:gs>
            <a:gs pos="0">
              <a:schemeClr val="accent5">
                <a:lumMod val="0"/>
                <a:lumOff val="100000"/>
              </a:schemeClr>
            </a:gs>
            <a:gs pos="0">
              <a:schemeClr val="accent5">
                <a:lumMod val="0"/>
                <a:lumOff val="100000"/>
              </a:schemeClr>
            </a:gs>
            <a:gs pos="100000">
              <a:schemeClr val="accent5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E321A8-119F-12F6-8467-02CB97746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14A46-AC01-F69F-8B29-25DA9BA1F3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127820"/>
            <a:ext cx="9601200" cy="707922"/>
          </a:xfrm>
        </p:spPr>
        <p:txBody>
          <a:bodyPr/>
          <a:lstStyle/>
          <a:p>
            <a:r>
              <a:rPr lang="en-US" dirty="0"/>
              <a:t>                     </a:t>
            </a:r>
            <a:endParaRPr lang="en-IN" b="1" u="sn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35D5EF8-EAF5-10DC-6858-7E68239E62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1213" y="786582"/>
            <a:ext cx="11090787" cy="5914102"/>
          </a:xfrm>
        </p:spPr>
        <p:txBody>
          <a:bodyPr/>
          <a:lstStyle/>
          <a:p>
            <a:pPr marL="0" indent="0">
              <a:buClr>
                <a:srgbClr val="002060"/>
              </a:buClr>
              <a:buNone/>
            </a:pPr>
            <a:r>
              <a:rPr lang="en-IN" dirty="0"/>
              <a:t>                                                        </a:t>
            </a:r>
            <a:r>
              <a:rPr lang="en-IN" sz="2400" b="1" u="sng" dirty="0">
                <a:latin typeface="Algerian" panose="04020705040A02060702" pitchFamily="82" charset="0"/>
              </a:rPr>
              <a:t>Top Posts by likes </a:t>
            </a:r>
            <a:r>
              <a:rPr lang="en-IN" sz="2400" b="1" u="sng" dirty="0"/>
              <a:t>      </a:t>
            </a:r>
          </a:p>
          <a:p>
            <a:pPr>
              <a:buClr>
                <a:srgbClr val="002060"/>
              </a:buClr>
              <a:buFont typeface="Wingdings" panose="05000000000000000000" pitchFamily="2" charset="2"/>
              <a:buChar char="q"/>
            </a:pPr>
            <a:r>
              <a:rPr lang="en-IN" sz="2400" b="1" dirty="0"/>
              <a:t>The most likes received is the reels in the year 2024 with 11,392 likes.</a:t>
            </a:r>
          </a:p>
          <a:p>
            <a:pPr>
              <a:buClr>
                <a:srgbClr val="002060"/>
              </a:buClr>
              <a:buFont typeface="Wingdings" panose="05000000000000000000" pitchFamily="2" charset="2"/>
              <a:buChar char="q"/>
            </a:pPr>
            <a:r>
              <a:rPr lang="en-IN" sz="2400" b="1" dirty="0"/>
              <a:t>The most likes received is the video in the year 2025 with 11,282 likes.</a:t>
            </a:r>
          </a:p>
          <a:p>
            <a:pPr>
              <a:buClr>
                <a:srgbClr val="002060"/>
              </a:buClr>
              <a:buFont typeface="Wingdings" panose="05000000000000000000" pitchFamily="2" charset="2"/>
              <a:buChar char="q"/>
            </a:pPr>
            <a:endParaRPr lang="en-IN" sz="2400" b="1" u="sng" dirty="0"/>
          </a:p>
          <a:p>
            <a:pPr marL="0" indent="0">
              <a:buClr>
                <a:srgbClr val="002060"/>
              </a:buClr>
              <a:buNone/>
            </a:pPr>
            <a:r>
              <a:rPr lang="en-IN" sz="2400" b="1" u="sng" dirty="0"/>
              <a:t>                        </a:t>
            </a:r>
            <a:endParaRPr lang="en-IN" sz="2400" b="1" u="sng" dirty="0">
              <a:latin typeface="Algerian" panose="04020705040A02060702" pitchFamily="82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F44A22F-04EB-EABD-53E0-979F890D38AC}"/>
              </a:ext>
            </a:extLst>
          </p:cNvPr>
          <p:cNvSpPr txBox="1">
            <a:spLocks/>
          </p:cNvSpPr>
          <p:nvPr/>
        </p:nvSpPr>
        <p:spPr>
          <a:xfrm>
            <a:off x="953728" y="78659"/>
            <a:ext cx="10854813" cy="70792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                            </a:t>
            </a:r>
            <a:r>
              <a:rPr lang="en-US" b="1" u="sng" dirty="0"/>
              <a:t>Task 3</a:t>
            </a:r>
            <a:endParaRPr lang="en-IN" b="1" u="sng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A52F98F-D11C-3D91-E529-597EF75EB699}"/>
              </a:ext>
            </a:extLst>
          </p:cNvPr>
          <p:cNvSpPr txBox="1">
            <a:spLocks/>
          </p:cNvSpPr>
          <p:nvPr/>
        </p:nvSpPr>
        <p:spPr>
          <a:xfrm>
            <a:off x="1101213" y="786582"/>
            <a:ext cx="10176387" cy="558472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2400" b="1" u="sng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986290B-00B3-21D6-ACC3-1B645F384C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31922"/>
            <a:ext cx="12192000" cy="4827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21670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>
                <a:lumMod val="40000"/>
                <a:lumOff val="60000"/>
              </a:schemeClr>
            </a:gs>
            <a:gs pos="0">
              <a:schemeClr val="accent5">
                <a:lumMod val="0"/>
                <a:lumOff val="100000"/>
              </a:schemeClr>
            </a:gs>
            <a:gs pos="0">
              <a:schemeClr val="accent5">
                <a:lumMod val="0"/>
                <a:lumOff val="100000"/>
              </a:schemeClr>
            </a:gs>
            <a:gs pos="100000">
              <a:schemeClr val="accent5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8279B0-9C72-0863-5C44-EF759758E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D887E-F412-0394-358E-D16A619FB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127820"/>
            <a:ext cx="9601200" cy="707922"/>
          </a:xfrm>
        </p:spPr>
        <p:txBody>
          <a:bodyPr/>
          <a:lstStyle/>
          <a:p>
            <a:r>
              <a:rPr lang="en-US" dirty="0"/>
              <a:t>                     </a:t>
            </a:r>
            <a:endParaRPr lang="en-IN" b="1" u="sn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0B348AE-0F29-4E94-3EFE-FD57855798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884903"/>
            <a:ext cx="10545097" cy="5742039"/>
          </a:xfrm>
        </p:spPr>
        <p:txBody>
          <a:bodyPr/>
          <a:lstStyle/>
          <a:p>
            <a:pPr marL="0" indent="0">
              <a:buClr>
                <a:srgbClr val="002060"/>
              </a:buClr>
              <a:buNone/>
            </a:pPr>
            <a:r>
              <a:rPr lang="en-IN" dirty="0"/>
              <a:t>                                      </a:t>
            </a:r>
            <a:endParaRPr lang="en-IN" sz="2400" b="1" u="sng" dirty="0">
              <a:latin typeface="Algerian" panose="04020705040A02060702" pitchFamily="82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13F0E3E-555F-78F7-9471-E44ABFB1972A}"/>
              </a:ext>
            </a:extLst>
          </p:cNvPr>
          <p:cNvSpPr txBox="1">
            <a:spLocks/>
          </p:cNvSpPr>
          <p:nvPr/>
        </p:nvSpPr>
        <p:spPr>
          <a:xfrm>
            <a:off x="953728" y="78659"/>
            <a:ext cx="10854813" cy="70792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                            </a:t>
            </a:r>
            <a:r>
              <a:rPr lang="en-US" b="1" u="sng" dirty="0"/>
              <a:t>Task4</a:t>
            </a:r>
            <a:endParaRPr lang="en-IN" b="1" u="sng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1CD225F-82E9-3813-E450-0ADFA1D0B905}"/>
              </a:ext>
            </a:extLst>
          </p:cNvPr>
          <p:cNvSpPr txBox="1">
            <a:spLocks/>
          </p:cNvSpPr>
          <p:nvPr/>
        </p:nvSpPr>
        <p:spPr>
          <a:xfrm>
            <a:off x="953728" y="990601"/>
            <a:ext cx="10323872" cy="57887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                   </a:t>
            </a:r>
            <a:r>
              <a:rPr lang="en-IN" sz="2400" b="1" u="sng" dirty="0">
                <a:latin typeface="Algerian" panose="04020705040A02060702" pitchFamily="82" charset="0"/>
              </a:rPr>
              <a:t>Top Posts by Engagement Rate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b="1" dirty="0"/>
              <a:t>The highest engagement rate  is seen for reels in the year 2024 with 1,55,202.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b="1" dirty="0"/>
              <a:t>The second highest is seen for story which is 1,53,237 .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b="1" dirty="0"/>
              <a:t>The highest engagement rate  is seen for story in the year 2025 with 64,666.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b="1" dirty="0"/>
              <a:t>So here these posts which do not have high likes , has a high  engagement relative to their reach.</a:t>
            </a:r>
            <a:endParaRPr lang="en-IN" sz="2400" b="1" u="sng" dirty="0"/>
          </a:p>
        </p:txBody>
      </p:sp>
    </p:spTree>
    <p:extLst>
      <p:ext uri="{BB962C8B-B14F-4D97-AF65-F5344CB8AC3E}">
        <p14:creationId xmlns:p14="http://schemas.microsoft.com/office/powerpoint/2010/main" val="33208265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>
                <a:lumMod val="40000"/>
                <a:lumOff val="60000"/>
              </a:schemeClr>
            </a:gs>
            <a:gs pos="0">
              <a:schemeClr val="accent5">
                <a:lumMod val="0"/>
                <a:lumOff val="100000"/>
              </a:schemeClr>
            </a:gs>
            <a:gs pos="0">
              <a:schemeClr val="accent5">
                <a:lumMod val="0"/>
                <a:lumOff val="100000"/>
              </a:schemeClr>
            </a:gs>
            <a:gs pos="100000">
              <a:schemeClr val="accent5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C30F92-9DEA-DBB5-BBD6-A3062FC75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6FA3D-0C6C-03D0-5975-65C955633A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127820"/>
            <a:ext cx="9601200" cy="707922"/>
          </a:xfrm>
        </p:spPr>
        <p:txBody>
          <a:bodyPr/>
          <a:lstStyle/>
          <a:p>
            <a:r>
              <a:rPr lang="en-US" dirty="0"/>
              <a:t>                     </a:t>
            </a:r>
            <a:endParaRPr lang="en-IN" b="1" u="sn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4A9ACFE-D76C-31B8-CFA2-1040F4A1AF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884903"/>
            <a:ext cx="10545097" cy="5742039"/>
          </a:xfrm>
        </p:spPr>
        <p:txBody>
          <a:bodyPr/>
          <a:lstStyle/>
          <a:p>
            <a:pPr marL="0" indent="0">
              <a:buClr>
                <a:srgbClr val="002060"/>
              </a:buClr>
              <a:buNone/>
            </a:pPr>
            <a:r>
              <a:rPr lang="en-IN" dirty="0"/>
              <a:t>                                      </a:t>
            </a:r>
            <a:endParaRPr lang="en-IN" sz="2400" b="1" u="sng" dirty="0">
              <a:latin typeface="Algerian" panose="04020705040A02060702" pitchFamily="82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19C6956-EC4E-947F-C996-046570A65907}"/>
              </a:ext>
            </a:extLst>
          </p:cNvPr>
          <p:cNvSpPr txBox="1">
            <a:spLocks/>
          </p:cNvSpPr>
          <p:nvPr/>
        </p:nvSpPr>
        <p:spPr>
          <a:xfrm>
            <a:off x="953728" y="78659"/>
            <a:ext cx="10854813" cy="70792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                            </a:t>
            </a:r>
            <a:r>
              <a:rPr lang="en-US" b="1" u="sng" dirty="0"/>
              <a:t>Task</a:t>
            </a:r>
            <a:endParaRPr lang="en-IN" b="1" u="sn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369BBF-7CE9-26BC-4C0D-3294F4DD37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05319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>
                <a:lumMod val="40000"/>
                <a:lumOff val="60000"/>
              </a:schemeClr>
            </a:gs>
            <a:gs pos="0">
              <a:schemeClr val="accent5">
                <a:lumMod val="0"/>
                <a:lumOff val="100000"/>
              </a:schemeClr>
            </a:gs>
            <a:gs pos="0">
              <a:schemeClr val="accent5">
                <a:lumMod val="0"/>
                <a:lumOff val="100000"/>
              </a:schemeClr>
            </a:gs>
            <a:gs pos="100000">
              <a:schemeClr val="accent5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C67A66-A356-555D-B032-5EB8BDB95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B4B56-3B6F-7F34-A12B-3D746ED64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127820"/>
            <a:ext cx="9601200" cy="707922"/>
          </a:xfrm>
        </p:spPr>
        <p:txBody>
          <a:bodyPr/>
          <a:lstStyle/>
          <a:p>
            <a:r>
              <a:rPr lang="en-US" dirty="0"/>
              <a:t>                     </a:t>
            </a:r>
            <a:endParaRPr lang="en-IN" b="1" u="sn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AB92ACE-DF28-02CE-C396-E21E4FCCEB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653846"/>
            <a:ext cx="10545097" cy="5933768"/>
          </a:xfrm>
        </p:spPr>
        <p:txBody>
          <a:bodyPr/>
          <a:lstStyle/>
          <a:p>
            <a:pPr marL="0" indent="0">
              <a:buClr>
                <a:srgbClr val="002060"/>
              </a:buClr>
              <a:buNone/>
            </a:pPr>
            <a:r>
              <a:rPr lang="en-IN" dirty="0"/>
              <a:t>                                      </a:t>
            </a:r>
            <a:endParaRPr lang="en-IN" sz="2400" b="1" u="sng" dirty="0">
              <a:latin typeface="Algerian" panose="04020705040A02060702" pitchFamily="82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4275D65-479F-E0F8-0A89-7DD9DC1421D5}"/>
              </a:ext>
            </a:extLst>
          </p:cNvPr>
          <p:cNvSpPr txBox="1">
            <a:spLocks/>
          </p:cNvSpPr>
          <p:nvPr/>
        </p:nvSpPr>
        <p:spPr>
          <a:xfrm>
            <a:off x="953728" y="78659"/>
            <a:ext cx="10854813" cy="70792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                            </a:t>
            </a:r>
            <a:r>
              <a:rPr lang="en-US" b="1" u="sng" dirty="0"/>
              <a:t>Task5</a:t>
            </a:r>
            <a:endParaRPr lang="en-IN" b="1" u="sng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2C10097-FD61-0FA2-A24D-42AE1C0298E6}"/>
              </a:ext>
            </a:extLst>
          </p:cNvPr>
          <p:cNvSpPr txBox="1">
            <a:spLocks/>
          </p:cNvSpPr>
          <p:nvPr/>
        </p:nvSpPr>
        <p:spPr>
          <a:xfrm>
            <a:off x="1061881" y="990601"/>
            <a:ext cx="10854813" cy="5788740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400" b="1" dirty="0">
                <a:latin typeface="Algerian" panose="04020705040A02060702" pitchFamily="82" charset="0"/>
              </a:rPr>
              <a:t>                                 </a:t>
            </a:r>
            <a:r>
              <a:rPr lang="en-IN" sz="2400" b="1" u="sng" dirty="0">
                <a:latin typeface="Algerian" panose="04020705040A02060702" pitchFamily="82" charset="0"/>
              </a:rPr>
              <a:t> Performance comparison</a:t>
            </a:r>
          </a:p>
          <a:p>
            <a:endParaRPr lang="en-IN" sz="2400" b="1" u="sng" dirty="0">
              <a:latin typeface="Algerian" panose="04020705040A02060702" pitchFamily="82" charset="0"/>
            </a:endParaRPr>
          </a:p>
          <a:p>
            <a:r>
              <a:rPr lang="en-IN" sz="2400" b="1" dirty="0">
                <a:latin typeface="+mn-lt"/>
              </a:rPr>
              <a:t>         By looking at the chart we get the following insights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b="1" dirty="0"/>
              <a:t>Likes</a:t>
            </a:r>
            <a:r>
              <a:rPr lang="en-IN" sz="2400" dirty="0"/>
              <a:t>: Stories lead slightly with </a:t>
            </a:r>
            <a:r>
              <a:rPr lang="en-IN" sz="2400" b="1" dirty="0"/>
              <a:t>2,995</a:t>
            </a:r>
            <a:r>
              <a:rPr lang="en-IN" sz="2400" dirty="0"/>
              <a:t>, followed by Videos and Reels.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b="1" dirty="0"/>
              <a:t>Comments</a:t>
            </a:r>
            <a:r>
              <a:rPr lang="en-IN" sz="2400" dirty="0"/>
              <a:t>: Reels top the chart with </a:t>
            </a:r>
            <a:r>
              <a:rPr lang="en-IN" sz="2400" b="1" dirty="0"/>
              <a:t>370</a:t>
            </a:r>
            <a:r>
              <a:rPr lang="en-IN" sz="2400" dirty="0"/>
              <a:t>, suggesting strong engagement.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b="1" dirty="0"/>
              <a:t>Saves</a:t>
            </a:r>
            <a:r>
              <a:rPr lang="en-IN" sz="2400" dirty="0"/>
              <a:t>: Videos perform best with </a:t>
            </a:r>
            <a:r>
              <a:rPr lang="en-IN" sz="2400" b="1" dirty="0"/>
              <a:t>181</a:t>
            </a:r>
            <a:r>
              <a:rPr lang="en-IN" sz="2400" dirty="0"/>
              <a:t>, indicating high content value or revisit intent.</a:t>
            </a:r>
          </a:p>
          <a:p>
            <a:pPr marL="457200" lvl="0" indent="-457200">
              <a:buFont typeface="Wingdings" panose="05000000000000000000" pitchFamily="2" charset="2"/>
              <a:buChar char="q"/>
            </a:pPr>
            <a:r>
              <a:rPr lang="en-IN" sz="2600" b="1" dirty="0"/>
              <a:t>Profile Visits</a:t>
            </a:r>
            <a:r>
              <a:rPr lang="en-IN" sz="2600" dirty="0"/>
              <a:t>: Images drive the most profile traffic (</a:t>
            </a:r>
            <a:r>
              <a:rPr lang="en-IN" sz="2600" b="1" dirty="0"/>
              <a:t>599</a:t>
            </a:r>
            <a:r>
              <a:rPr lang="en-IN" sz="2600" dirty="0"/>
              <a:t>), hinting at strong brand curiosity.</a:t>
            </a:r>
          </a:p>
          <a:p>
            <a:r>
              <a:rPr lang="en-IN" sz="2400" b="1" dirty="0">
                <a:latin typeface="Algerian" panose="04020705040A02060702" pitchFamily="82" charset="0"/>
              </a:rPr>
              <a:t>                           </a:t>
            </a:r>
            <a:r>
              <a:rPr lang="en-IN" sz="2400" b="1" u="sng" dirty="0"/>
              <a:t>Best Format for the Brand</a:t>
            </a:r>
          </a:p>
          <a:p>
            <a:r>
              <a:rPr lang="en-IN" sz="2400" b="1" u="sng" dirty="0"/>
              <a:t>  </a:t>
            </a:r>
          </a:p>
          <a:p>
            <a:pPr marL="571500" indent="-571500">
              <a:buFont typeface="Wingdings" panose="05000000000000000000" pitchFamily="2" charset="2"/>
              <a:buChar char="q"/>
            </a:pPr>
            <a:r>
              <a:rPr lang="en-IN" sz="2400" b="1" dirty="0"/>
              <a:t> If your goal is engagement (likes + comments):</a:t>
            </a:r>
            <a:endParaRPr lang="en-IN" sz="2400" dirty="0"/>
          </a:p>
          <a:p>
            <a:pPr lvl="0"/>
            <a:r>
              <a:rPr lang="en-IN" sz="2400" b="1" dirty="0"/>
              <a:t>Stories</a:t>
            </a:r>
            <a:r>
              <a:rPr lang="en-IN" sz="2400" dirty="0"/>
              <a:t> and </a:t>
            </a:r>
            <a:r>
              <a:rPr lang="en-IN" sz="2400" b="1" dirty="0"/>
              <a:t>Reels</a:t>
            </a:r>
            <a:r>
              <a:rPr lang="en-IN" sz="2400" dirty="0"/>
              <a:t> are top performers.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IN" sz="2600" b="1" dirty="0"/>
              <a:t>If your goal is conversion or retention (saves + profile visits):</a:t>
            </a:r>
            <a:endParaRPr lang="en-IN" sz="2600" dirty="0"/>
          </a:p>
          <a:p>
            <a:pPr lvl="0"/>
            <a:r>
              <a:rPr lang="en-IN" sz="2600" b="1" dirty="0"/>
              <a:t>      Videos</a:t>
            </a:r>
            <a:r>
              <a:rPr lang="en-IN" sz="2600" dirty="0"/>
              <a:t> and </a:t>
            </a:r>
            <a:r>
              <a:rPr lang="en-IN" sz="2600" b="1" dirty="0"/>
              <a:t>Images</a:t>
            </a:r>
            <a:r>
              <a:rPr lang="en-IN" sz="2600" dirty="0"/>
              <a:t> are more effective.</a:t>
            </a:r>
          </a:p>
          <a:p>
            <a:br>
              <a:rPr lang="en-IN" dirty="0"/>
            </a:br>
            <a:endParaRPr lang="en-IN" dirty="0"/>
          </a:p>
          <a:p>
            <a:pPr marL="342900" lvl="0" indent="-342900">
              <a:buFont typeface="Wingdings" panose="05000000000000000000" pitchFamily="2" charset="2"/>
              <a:buChar char="q"/>
            </a:pPr>
            <a:endParaRPr lang="en-IN" sz="2400" dirty="0"/>
          </a:p>
          <a:p>
            <a:pPr lvl="0"/>
            <a:endParaRPr lang="en-IN" sz="2400" dirty="0"/>
          </a:p>
          <a:p>
            <a:pPr lvl="0"/>
            <a:endParaRPr lang="en-IN" sz="2400" dirty="0"/>
          </a:p>
          <a:p>
            <a:pPr lvl="0"/>
            <a:endParaRPr lang="en-IN" sz="2400" dirty="0"/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IN" sz="2400" b="1" u="sng" dirty="0"/>
          </a:p>
          <a:p>
            <a:endParaRPr lang="en-IN" sz="2400" b="1" u="sng" dirty="0"/>
          </a:p>
          <a:p>
            <a:endParaRPr lang="en-IN" sz="2400" b="1" u="sng" dirty="0">
              <a:latin typeface="Algerian" panose="04020705040A02060702" pitchFamily="82" charset="0"/>
            </a:endParaRPr>
          </a:p>
          <a:p>
            <a:endParaRPr lang="en-IN" sz="2400" b="1" u="sng" dirty="0">
              <a:latin typeface="Algerian" panose="04020705040A02060702" pitchFamily="82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IN" sz="2400" b="1" dirty="0">
              <a:latin typeface="Algerian" panose="04020705040A02060702" pitchFamily="82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IN" sz="2400" b="1" u="sng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23800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>
                <a:lumMod val="40000"/>
                <a:lumOff val="60000"/>
              </a:schemeClr>
            </a:gs>
            <a:gs pos="0">
              <a:schemeClr val="accent5">
                <a:lumMod val="0"/>
                <a:lumOff val="100000"/>
              </a:schemeClr>
            </a:gs>
            <a:gs pos="0">
              <a:schemeClr val="accent5">
                <a:lumMod val="0"/>
                <a:lumOff val="100000"/>
              </a:schemeClr>
            </a:gs>
            <a:gs pos="100000">
              <a:schemeClr val="accent5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C6B209-2B5F-7570-A867-85028B32B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31521-CA9E-9E17-23B4-DEA487A99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127820"/>
            <a:ext cx="9601200" cy="707922"/>
          </a:xfrm>
        </p:spPr>
        <p:txBody>
          <a:bodyPr/>
          <a:lstStyle/>
          <a:p>
            <a:r>
              <a:rPr lang="en-US" dirty="0"/>
              <a:t>                     </a:t>
            </a:r>
            <a:endParaRPr lang="en-IN" b="1" u="sn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6019DF5-E6A1-15A2-90C2-328D72C7A4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653845"/>
            <a:ext cx="10545097" cy="5973097"/>
          </a:xfrm>
        </p:spPr>
        <p:txBody>
          <a:bodyPr/>
          <a:lstStyle/>
          <a:p>
            <a:pPr marL="0" indent="0">
              <a:buClr>
                <a:srgbClr val="002060"/>
              </a:buClr>
              <a:buNone/>
            </a:pPr>
            <a:r>
              <a:rPr lang="en-IN" dirty="0"/>
              <a:t>                                      </a:t>
            </a:r>
            <a:endParaRPr lang="en-IN" sz="2400" b="1" u="sng" dirty="0">
              <a:latin typeface="Algerian" panose="04020705040A02060702" pitchFamily="82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5CC9BC6-5CF1-15FD-CC8C-7A197E7238AB}"/>
              </a:ext>
            </a:extLst>
          </p:cNvPr>
          <p:cNvSpPr txBox="1">
            <a:spLocks/>
          </p:cNvSpPr>
          <p:nvPr/>
        </p:nvSpPr>
        <p:spPr>
          <a:xfrm>
            <a:off x="953728" y="78659"/>
            <a:ext cx="10854813" cy="70792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                            </a:t>
            </a:r>
            <a:r>
              <a:rPr lang="en-US" b="1" u="sng" dirty="0"/>
              <a:t>Task5</a:t>
            </a:r>
            <a:endParaRPr lang="en-IN" b="1" u="sng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D7B0F26-0670-1BB5-94D5-28A3B69D63EC}"/>
              </a:ext>
            </a:extLst>
          </p:cNvPr>
          <p:cNvSpPr txBox="1">
            <a:spLocks/>
          </p:cNvSpPr>
          <p:nvPr/>
        </p:nvSpPr>
        <p:spPr>
          <a:xfrm>
            <a:off x="1061881" y="990601"/>
            <a:ext cx="10854813" cy="57887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400" b="1" dirty="0">
                <a:latin typeface="Algerian" panose="04020705040A02060702" pitchFamily="82" charset="0"/>
              </a:rPr>
              <a:t>                                </a:t>
            </a:r>
            <a:r>
              <a:rPr lang="en-IN" sz="2400" b="1" u="sng" dirty="0">
                <a:latin typeface="Algerian" panose="04020705040A02060702" pitchFamily="82" charset="0"/>
              </a:rPr>
              <a:t> </a:t>
            </a:r>
          </a:p>
          <a:p>
            <a:endParaRPr lang="en-IN" sz="2400" b="1" u="sng" dirty="0">
              <a:latin typeface="Algerian" panose="04020705040A02060702" pitchFamily="82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IN" sz="2400" b="1" dirty="0">
              <a:latin typeface="Algerian" panose="04020705040A02060702" pitchFamily="82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IN" sz="2400" b="1" u="sng" dirty="0">
              <a:latin typeface="Algerian" panose="04020705040A02060702" pitchFamily="8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939066A-42F1-51D3-4660-C41CF6CCB6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14855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>
                <a:lumMod val="40000"/>
                <a:lumOff val="60000"/>
              </a:schemeClr>
            </a:gs>
            <a:gs pos="0">
              <a:schemeClr val="accent5">
                <a:lumMod val="0"/>
                <a:lumOff val="100000"/>
              </a:schemeClr>
            </a:gs>
            <a:gs pos="0">
              <a:schemeClr val="accent5">
                <a:lumMod val="0"/>
                <a:lumOff val="100000"/>
              </a:schemeClr>
            </a:gs>
            <a:gs pos="100000">
              <a:schemeClr val="accent5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40B8E2-D03F-309C-0D68-E639DE44E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59DA5-11F4-9DA7-DA1C-E22CC749C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127820"/>
            <a:ext cx="9601200" cy="707922"/>
          </a:xfrm>
        </p:spPr>
        <p:txBody>
          <a:bodyPr/>
          <a:lstStyle/>
          <a:p>
            <a:r>
              <a:rPr lang="en-US" dirty="0"/>
              <a:t>                     </a:t>
            </a:r>
            <a:endParaRPr lang="en-IN" b="1" u="sn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6D65955-D084-6902-4A7E-5B21C5A768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653845"/>
            <a:ext cx="10545097" cy="5973097"/>
          </a:xfrm>
        </p:spPr>
        <p:txBody>
          <a:bodyPr/>
          <a:lstStyle/>
          <a:p>
            <a:pPr marL="0" indent="0">
              <a:buClr>
                <a:srgbClr val="002060"/>
              </a:buClr>
              <a:buNone/>
            </a:pPr>
            <a:r>
              <a:rPr lang="en-IN" dirty="0"/>
              <a:t>                                   </a:t>
            </a:r>
            <a:r>
              <a:rPr lang="en-IN" sz="2400" b="1" u="sng" dirty="0">
                <a:latin typeface="Algerian" panose="04020705040A02060702" pitchFamily="82" charset="0"/>
              </a:rPr>
              <a:t>Day of Week Analysis</a:t>
            </a:r>
          </a:p>
          <a:p>
            <a:pPr>
              <a:buClr>
                <a:srgbClr val="002060"/>
              </a:buClr>
              <a:buFont typeface="Wingdings" panose="05000000000000000000" pitchFamily="2" charset="2"/>
              <a:buChar char="q"/>
            </a:pPr>
            <a:r>
              <a:rPr lang="en-IN" sz="2400" b="1" dirty="0"/>
              <a:t>From this analysis we can say that </a:t>
            </a:r>
          </a:p>
          <a:p>
            <a:pPr>
              <a:buClr>
                <a:srgbClr val="002060"/>
              </a:buClr>
              <a:buFont typeface="Wingdings" panose="05000000000000000000" pitchFamily="2" charset="2"/>
              <a:buChar char="q"/>
            </a:pPr>
            <a:r>
              <a:rPr lang="en-IN" sz="2400" b="1" dirty="0"/>
              <a:t> Wednesday is the top performer (17,845.6) followed by Friday  (17,804.5)</a:t>
            </a:r>
          </a:p>
          <a:p>
            <a:pPr marL="0" indent="0">
              <a:buClr>
                <a:srgbClr val="002060"/>
              </a:buClr>
              <a:buNone/>
            </a:pPr>
            <a:r>
              <a:rPr lang="en-IN" sz="2400" b="1" dirty="0"/>
              <a:t>    having high engagement rates. </a:t>
            </a:r>
          </a:p>
          <a:p>
            <a:pPr>
              <a:buClr>
                <a:srgbClr val="002060"/>
              </a:buClr>
              <a:buFont typeface="Wingdings" panose="05000000000000000000" pitchFamily="2" charset="2"/>
              <a:buChar char="q"/>
            </a:pPr>
            <a:r>
              <a:rPr lang="en-IN" sz="2400" b="1" dirty="0"/>
              <a:t>During Monday, Thursday , Tuesday and Sunday there is consistent mid week performance. </a:t>
            </a:r>
          </a:p>
          <a:p>
            <a:pPr>
              <a:buClr>
                <a:srgbClr val="002060"/>
              </a:buClr>
              <a:buFont typeface="Wingdings" panose="05000000000000000000" pitchFamily="2" charset="2"/>
              <a:buChar char="q"/>
            </a:pPr>
            <a:r>
              <a:rPr lang="en-IN" sz="2400" b="1" dirty="0"/>
              <a:t>Saturday has the least engagement Rates .  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40ABDB4-0DEB-EFF3-4D09-AFFA7C504C29}"/>
              </a:ext>
            </a:extLst>
          </p:cNvPr>
          <p:cNvSpPr txBox="1">
            <a:spLocks/>
          </p:cNvSpPr>
          <p:nvPr/>
        </p:nvSpPr>
        <p:spPr>
          <a:xfrm>
            <a:off x="953728" y="78659"/>
            <a:ext cx="10854813" cy="70792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                            </a:t>
            </a:r>
            <a:r>
              <a:rPr lang="en-US" b="1" u="sng" dirty="0"/>
              <a:t>Task6</a:t>
            </a:r>
            <a:endParaRPr lang="en-IN" b="1" u="sng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8C16DC9-2BB9-D93F-B2A6-D70D5216DB5A}"/>
              </a:ext>
            </a:extLst>
          </p:cNvPr>
          <p:cNvSpPr txBox="1">
            <a:spLocks/>
          </p:cNvSpPr>
          <p:nvPr/>
        </p:nvSpPr>
        <p:spPr>
          <a:xfrm>
            <a:off x="1061881" y="990601"/>
            <a:ext cx="10854813" cy="57887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400" b="1" dirty="0">
                <a:latin typeface="Algerian" panose="04020705040A02060702" pitchFamily="82" charset="0"/>
              </a:rPr>
              <a:t>                                </a:t>
            </a:r>
            <a:r>
              <a:rPr lang="en-IN" sz="2400" b="1" u="sng" dirty="0">
                <a:latin typeface="Algerian" panose="04020705040A02060702" pitchFamily="82" charset="0"/>
              </a:rPr>
              <a:t> </a:t>
            </a:r>
          </a:p>
          <a:p>
            <a:endParaRPr lang="en-IN" sz="2400" b="1" u="sng" dirty="0">
              <a:latin typeface="Algerian" panose="04020705040A02060702" pitchFamily="82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IN" sz="2400" b="1" dirty="0">
              <a:latin typeface="Algerian" panose="04020705040A02060702" pitchFamily="82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IN" sz="2400" b="1" u="sng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57402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>
                <a:lumMod val="40000"/>
                <a:lumOff val="60000"/>
              </a:schemeClr>
            </a:gs>
            <a:gs pos="0">
              <a:schemeClr val="accent5">
                <a:lumMod val="0"/>
                <a:lumOff val="100000"/>
              </a:schemeClr>
            </a:gs>
            <a:gs pos="0">
              <a:schemeClr val="accent5">
                <a:lumMod val="0"/>
                <a:lumOff val="100000"/>
              </a:schemeClr>
            </a:gs>
            <a:gs pos="100000">
              <a:schemeClr val="accent5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796966-5249-C843-C955-C6BF762CE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AF579-1C6C-0BAE-F905-AFC85976E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127820"/>
            <a:ext cx="9601200" cy="707922"/>
          </a:xfrm>
        </p:spPr>
        <p:txBody>
          <a:bodyPr/>
          <a:lstStyle/>
          <a:p>
            <a:r>
              <a:rPr lang="en-US" dirty="0"/>
              <a:t>                     </a:t>
            </a:r>
            <a:endParaRPr lang="en-IN" b="1" u="sn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98B17A3-8767-10CA-90F0-C8FFE6C4C1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653845"/>
            <a:ext cx="10545097" cy="5973097"/>
          </a:xfrm>
        </p:spPr>
        <p:txBody>
          <a:bodyPr/>
          <a:lstStyle/>
          <a:p>
            <a:pPr marL="0" indent="0">
              <a:buClr>
                <a:srgbClr val="002060"/>
              </a:buClr>
              <a:buNone/>
            </a:pPr>
            <a:r>
              <a:rPr lang="en-IN" dirty="0"/>
              <a:t>                                   </a:t>
            </a:r>
            <a:r>
              <a:rPr lang="en-IN" sz="2400" b="1" u="sng" dirty="0">
                <a:latin typeface="Algerian" panose="04020705040A02060702" pitchFamily="82" charset="0"/>
              </a:rPr>
              <a:t>Day of Week Analysis</a:t>
            </a:r>
          </a:p>
          <a:p>
            <a:pPr marL="0" indent="0">
              <a:buClr>
                <a:srgbClr val="002060"/>
              </a:buClr>
              <a:buNone/>
            </a:pPr>
            <a:r>
              <a:rPr lang="en-IN" sz="2400" b="1" dirty="0"/>
              <a:t>    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4A52374-29B1-C3B3-D188-FB5C12FD7866}"/>
              </a:ext>
            </a:extLst>
          </p:cNvPr>
          <p:cNvSpPr txBox="1">
            <a:spLocks/>
          </p:cNvSpPr>
          <p:nvPr/>
        </p:nvSpPr>
        <p:spPr>
          <a:xfrm>
            <a:off x="953728" y="78659"/>
            <a:ext cx="10854813" cy="70792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                            </a:t>
            </a:r>
            <a:r>
              <a:rPr lang="en-US" b="1" u="sng" dirty="0"/>
              <a:t>Task6</a:t>
            </a:r>
            <a:endParaRPr lang="en-IN" b="1" u="sng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23BE9BC-9AAC-3FD0-BD9D-6975C43523C0}"/>
              </a:ext>
            </a:extLst>
          </p:cNvPr>
          <p:cNvSpPr txBox="1">
            <a:spLocks/>
          </p:cNvSpPr>
          <p:nvPr/>
        </p:nvSpPr>
        <p:spPr>
          <a:xfrm>
            <a:off x="1061881" y="990601"/>
            <a:ext cx="10854813" cy="57887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400" b="1" dirty="0">
                <a:latin typeface="Algerian" panose="04020705040A02060702" pitchFamily="82" charset="0"/>
              </a:rPr>
              <a:t>                                </a:t>
            </a:r>
            <a:r>
              <a:rPr lang="en-IN" sz="2400" b="1" u="sng" dirty="0">
                <a:latin typeface="Algerian" panose="04020705040A02060702" pitchFamily="82" charset="0"/>
              </a:rPr>
              <a:t> </a:t>
            </a:r>
          </a:p>
          <a:p>
            <a:endParaRPr lang="en-IN" sz="2400" b="1" u="sng" dirty="0">
              <a:latin typeface="Algerian" panose="04020705040A02060702" pitchFamily="82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IN" sz="2400" b="1" dirty="0">
              <a:latin typeface="Algerian" panose="04020705040A02060702" pitchFamily="82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IN" sz="2400" b="1" u="sng" dirty="0">
              <a:latin typeface="Algerian" panose="04020705040A02060702" pitchFamily="8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7C3475B-8C9A-61CD-B4F5-FE09572BD8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2952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>
                <a:lumMod val="40000"/>
                <a:lumOff val="60000"/>
              </a:schemeClr>
            </a:gs>
            <a:gs pos="0">
              <a:schemeClr val="accent5">
                <a:lumMod val="0"/>
                <a:lumOff val="100000"/>
              </a:schemeClr>
            </a:gs>
            <a:gs pos="0">
              <a:schemeClr val="accent5">
                <a:lumMod val="0"/>
                <a:lumOff val="100000"/>
              </a:schemeClr>
            </a:gs>
            <a:gs pos="100000">
              <a:schemeClr val="accent5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00FCFC-39F8-52D9-1D4A-38595D21A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38262-36F5-5795-AF98-087CA27A2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127820"/>
            <a:ext cx="9601200" cy="707922"/>
          </a:xfrm>
        </p:spPr>
        <p:txBody>
          <a:bodyPr/>
          <a:lstStyle/>
          <a:p>
            <a:r>
              <a:rPr lang="en-US" dirty="0"/>
              <a:t>                     </a:t>
            </a:r>
            <a:endParaRPr lang="en-IN" b="1" u="sn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E5CE622-5797-9F65-74E8-BBC6173967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884904"/>
            <a:ext cx="10545097" cy="5742038"/>
          </a:xfrm>
        </p:spPr>
        <p:txBody>
          <a:bodyPr/>
          <a:lstStyle/>
          <a:p>
            <a:pPr marL="0" indent="0">
              <a:buClr>
                <a:srgbClr val="002060"/>
              </a:buClr>
              <a:buNone/>
            </a:pPr>
            <a:r>
              <a:rPr lang="en-IN" sz="2400" b="1" dirty="0"/>
              <a:t>                       </a:t>
            </a:r>
            <a:r>
              <a:rPr lang="en-IN" sz="2400" b="1" u="sng" dirty="0">
                <a:latin typeface="Algerian" panose="04020705040A02060702" pitchFamily="82" charset="0"/>
              </a:rPr>
              <a:t>Engagement funnel </a:t>
            </a:r>
          </a:p>
          <a:p>
            <a:pPr>
              <a:buClr>
                <a:srgbClr val="002060"/>
              </a:buClr>
              <a:buFont typeface="Wingdings" panose="05000000000000000000" pitchFamily="2" charset="2"/>
              <a:buChar char="q"/>
            </a:pPr>
            <a:r>
              <a:rPr lang="en-IN" dirty="0"/>
              <a:t>Visualizing  how users interact with content using a funnel. Sequence: </a:t>
            </a:r>
            <a:r>
              <a:rPr lang="en-IN" b="1" dirty="0"/>
              <a:t>Impressions → Reach → Likes → Comments → Shares → Saves</a:t>
            </a:r>
            <a:r>
              <a:rPr lang="en-IN" dirty="0"/>
              <a:t>.</a:t>
            </a:r>
            <a:br>
              <a:rPr lang="en-IN" dirty="0"/>
            </a:br>
            <a:r>
              <a:rPr lang="en-IN" sz="2400" b="1" u="sng" dirty="0">
                <a:latin typeface="Algerian" panose="04020705040A02060702" pitchFamily="82" charset="0"/>
              </a:rPr>
              <a:t>   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C7A848F-AE2F-7674-1246-E885297783E2}"/>
              </a:ext>
            </a:extLst>
          </p:cNvPr>
          <p:cNvSpPr txBox="1">
            <a:spLocks/>
          </p:cNvSpPr>
          <p:nvPr/>
        </p:nvSpPr>
        <p:spPr>
          <a:xfrm>
            <a:off x="953728" y="78659"/>
            <a:ext cx="10854813" cy="75708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                            </a:t>
            </a:r>
            <a:r>
              <a:rPr lang="en-US" b="1" u="sng" dirty="0"/>
              <a:t>Task7 </a:t>
            </a:r>
            <a:endParaRPr lang="en-IN" b="1" u="sng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4B9B03F-8ADC-36D3-BF89-DBCF95E21A36}"/>
              </a:ext>
            </a:extLst>
          </p:cNvPr>
          <p:cNvSpPr txBox="1">
            <a:spLocks/>
          </p:cNvSpPr>
          <p:nvPr/>
        </p:nvSpPr>
        <p:spPr>
          <a:xfrm>
            <a:off x="1061881" y="990601"/>
            <a:ext cx="10854813" cy="57887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400" b="1" dirty="0">
                <a:latin typeface="Algerian" panose="04020705040A02060702" pitchFamily="82" charset="0"/>
              </a:rPr>
              <a:t>                                </a:t>
            </a:r>
            <a:r>
              <a:rPr lang="en-IN" sz="2400" b="1" u="sng" dirty="0">
                <a:latin typeface="Algerian" panose="04020705040A02060702" pitchFamily="82" charset="0"/>
              </a:rPr>
              <a:t> </a:t>
            </a:r>
          </a:p>
          <a:p>
            <a:endParaRPr lang="en-IN" sz="2400" b="1" u="sng" dirty="0">
              <a:latin typeface="Algerian" panose="04020705040A02060702" pitchFamily="82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IN" sz="2400" b="1" dirty="0">
              <a:latin typeface="Algerian" panose="04020705040A02060702" pitchFamily="82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IN" sz="2400" b="1" u="sng" dirty="0">
              <a:latin typeface="Algerian" panose="04020705040A02060702" pitchFamily="8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9A451CC-811E-5737-6B00-9D4101EAD9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74606"/>
            <a:ext cx="12192000" cy="4783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7305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>
                <a:lumMod val="40000"/>
                <a:lumOff val="60000"/>
              </a:schemeClr>
            </a:gs>
            <a:gs pos="0">
              <a:schemeClr val="accent5">
                <a:lumMod val="0"/>
                <a:lumOff val="100000"/>
              </a:schemeClr>
            </a:gs>
            <a:gs pos="0">
              <a:schemeClr val="accent5">
                <a:lumMod val="0"/>
                <a:lumOff val="100000"/>
              </a:schemeClr>
            </a:gs>
            <a:gs pos="100000">
              <a:schemeClr val="accent5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5F6FD6-2A9C-B05A-D33D-1B7A1FB317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1BDCE-D047-7F81-C7D2-365C60BA5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127820"/>
            <a:ext cx="9601200" cy="707922"/>
          </a:xfrm>
        </p:spPr>
        <p:txBody>
          <a:bodyPr/>
          <a:lstStyle/>
          <a:p>
            <a:r>
              <a:rPr lang="en-US" dirty="0"/>
              <a:t>                     </a:t>
            </a:r>
            <a:endParaRPr lang="en-IN" b="1" u="sn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50EA638-4087-E1B5-325F-1577071664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884904"/>
            <a:ext cx="10545097" cy="5742038"/>
          </a:xfrm>
        </p:spPr>
        <p:txBody>
          <a:bodyPr/>
          <a:lstStyle/>
          <a:p>
            <a:pPr marL="0" indent="0">
              <a:buClr>
                <a:srgbClr val="002060"/>
              </a:buClr>
              <a:buNone/>
            </a:pPr>
            <a:r>
              <a:rPr lang="en-IN" sz="2400" b="1" dirty="0">
                <a:latin typeface="Algerian" panose="04020705040A02060702" pitchFamily="82" charset="0"/>
              </a:rPr>
              <a:t>                                          </a:t>
            </a:r>
            <a:r>
              <a:rPr lang="en-IN" sz="2400" b="1" u="sng" dirty="0">
                <a:latin typeface="Algerian" panose="04020705040A02060702" pitchFamily="82" charset="0"/>
              </a:rPr>
              <a:t>Hashtag Analysis</a:t>
            </a:r>
          </a:p>
          <a:p>
            <a:pPr>
              <a:buClr>
                <a:srgbClr val="002060"/>
              </a:buClr>
              <a:buFont typeface="Wingdings" panose="05000000000000000000" pitchFamily="2" charset="2"/>
              <a:buChar char="q"/>
            </a:pPr>
            <a:r>
              <a:rPr lang="en-IN" sz="2400" b="1" dirty="0"/>
              <a:t>  The #makeupgoals has the highest tag among all with 3,403 and reach as well.</a:t>
            </a:r>
          </a:p>
          <a:p>
            <a:pPr>
              <a:buClr>
                <a:srgbClr val="002060"/>
              </a:buClr>
              <a:buFont typeface="Wingdings" panose="05000000000000000000" pitchFamily="2" charset="2"/>
              <a:buChar char="q"/>
            </a:pPr>
            <a:r>
              <a:rPr lang="en-IN" sz="2400" b="1" dirty="0"/>
              <a:t>The #crueltyfree has second highest tag with 3,385. </a:t>
            </a:r>
          </a:p>
          <a:p>
            <a:pPr>
              <a:buClr>
                <a:srgbClr val="002060"/>
              </a:buClr>
              <a:buFont typeface="Wingdings" panose="05000000000000000000" pitchFamily="2" charset="2"/>
              <a:buChar char="q"/>
            </a:pPr>
            <a:r>
              <a:rPr lang="en-IN" sz="2400" b="1" dirty="0"/>
              <a:t>The #vegan beauty has the highest engagement rate among all.</a:t>
            </a:r>
          </a:p>
          <a:p>
            <a:pPr marL="0" indent="0">
              <a:buClr>
                <a:srgbClr val="002060"/>
              </a:buClr>
              <a:buNone/>
            </a:pPr>
            <a:endParaRPr lang="en-IN" sz="2400" b="1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9F55873-5211-6636-92B3-0768F7446181}"/>
              </a:ext>
            </a:extLst>
          </p:cNvPr>
          <p:cNvSpPr txBox="1">
            <a:spLocks/>
          </p:cNvSpPr>
          <p:nvPr/>
        </p:nvSpPr>
        <p:spPr>
          <a:xfrm>
            <a:off x="953728" y="78659"/>
            <a:ext cx="10854813" cy="75708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                            </a:t>
            </a:r>
            <a:r>
              <a:rPr lang="en-US" b="1" u="sng" dirty="0"/>
              <a:t>Task8 </a:t>
            </a:r>
            <a:endParaRPr lang="en-IN" b="1" u="sng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5BF246C-3D99-0677-4E41-A7DEC7B9FE46}"/>
              </a:ext>
            </a:extLst>
          </p:cNvPr>
          <p:cNvSpPr txBox="1">
            <a:spLocks/>
          </p:cNvSpPr>
          <p:nvPr/>
        </p:nvSpPr>
        <p:spPr>
          <a:xfrm>
            <a:off x="1061881" y="990601"/>
            <a:ext cx="10854813" cy="57887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400" b="1" dirty="0">
                <a:latin typeface="Algerian" panose="04020705040A02060702" pitchFamily="82" charset="0"/>
              </a:rPr>
              <a:t>                                </a:t>
            </a:r>
            <a:r>
              <a:rPr lang="en-IN" sz="2400" b="1" u="sng" dirty="0">
                <a:latin typeface="Algerian" panose="04020705040A02060702" pitchFamily="82" charset="0"/>
              </a:rPr>
              <a:t> </a:t>
            </a:r>
          </a:p>
          <a:p>
            <a:endParaRPr lang="en-IN" sz="2400" b="1" u="sng" dirty="0">
              <a:latin typeface="Algerian" panose="04020705040A02060702" pitchFamily="82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IN" sz="2400" b="1" dirty="0">
              <a:latin typeface="Algerian" panose="04020705040A02060702" pitchFamily="82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IN" sz="2400" b="1" u="sng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72864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>
                <a:lumMod val="40000"/>
                <a:lumOff val="60000"/>
              </a:schemeClr>
            </a:gs>
            <a:gs pos="0">
              <a:schemeClr val="accent5">
                <a:lumMod val="0"/>
                <a:lumOff val="100000"/>
              </a:schemeClr>
            </a:gs>
            <a:gs pos="0">
              <a:schemeClr val="accent5">
                <a:lumMod val="0"/>
                <a:lumOff val="100000"/>
              </a:schemeClr>
            </a:gs>
            <a:gs pos="100000">
              <a:schemeClr val="accent5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2D4A22-5228-6479-CDCC-1B541FB73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6F113-F467-E53D-820E-92B8D0C5E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127820"/>
            <a:ext cx="9601200" cy="707922"/>
          </a:xfrm>
        </p:spPr>
        <p:txBody>
          <a:bodyPr/>
          <a:lstStyle/>
          <a:p>
            <a:r>
              <a:rPr lang="en-US" dirty="0"/>
              <a:t>                     </a:t>
            </a:r>
            <a:endParaRPr lang="en-IN" b="1" u="sng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9776FA5-99F8-7D00-D91B-13296C773B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931742"/>
          </a:xfr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B383C60C-45DE-CC05-1431-5B3586B7A3D3}"/>
              </a:ext>
            </a:extLst>
          </p:cNvPr>
          <p:cNvSpPr txBox="1">
            <a:spLocks/>
          </p:cNvSpPr>
          <p:nvPr/>
        </p:nvSpPr>
        <p:spPr>
          <a:xfrm>
            <a:off x="953728" y="78659"/>
            <a:ext cx="10854813" cy="75708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b="1" u="sng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E9CBE5C-CA48-1A62-C81E-C688ADDBEC01}"/>
              </a:ext>
            </a:extLst>
          </p:cNvPr>
          <p:cNvSpPr txBox="1">
            <a:spLocks/>
          </p:cNvSpPr>
          <p:nvPr/>
        </p:nvSpPr>
        <p:spPr>
          <a:xfrm>
            <a:off x="1061881" y="990601"/>
            <a:ext cx="10854813" cy="57887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400" b="1" dirty="0">
                <a:latin typeface="Algerian" panose="04020705040A02060702" pitchFamily="82" charset="0"/>
              </a:rPr>
              <a:t>                                </a:t>
            </a:r>
            <a:r>
              <a:rPr lang="en-IN" sz="2400" b="1" u="sng" dirty="0">
                <a:latin typeface="Algerian" panose="04020705040A02060702" pitchFamily="82" charset="0"/>
              </a:rPr>
              <a:t> </a:t>
            </a:r>
          </a:p>
          <a:p>
            <a:endParaRPr lang="en-IN" sz="2400" b="1" u="sng" dirty="0">
              <a:latin typeface="Algerian" panose="04020705040A02060702" pitchFamily="82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IN" sz="2400" b="1" dirty="0">
              <a:latin typeface="Algerian" panose="04020705040A02060702" pitchFamily="82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IN" sz="2400" b="1" u="sng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91212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>
                <a:lumMod val="40000"/>
                <a:lumOff val="60000"/>
              </a:schemeClr>
            </a:gs>
            <a:gs pos="0">
              <a:schemeClr val="accent5">
                <a:lumMod val="0"/>
                <a:lumOff val="100000"/>
              </a:schemeClr>
            </a:gs>
            <a:gs pos="0">
              <a:schemeClr val="accent5">
                <a:lumMod val="0"/>
                <a:lumOff val="100000"/>
              </a:schemeClr>
            </a:gs>
            <a:gs pos="100000">
              <a:schemeClr val="accent5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8A3C0F-80FF-C859-1D81-DD4419051D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9D59D-9DAF-7CC7-0F04-47BC8DABD9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127820"/>
            <a:ext cx="9601200" cy="707922"/>
          </a:xfrm>
        </p:spPr>
        <p:txBody>
          <a:bodyPr/>
          <a:lstStyle/>
          <a:p>
            <a:r>
              <a:rPr lang="en-US" dirty="0"/>
              <a:t>                     </a:t>
            </a:r>
            <a:endParaRPr lang="en-IN" b="1" u="sng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D3092B9-1DA7-AA5A-1709-3AB026EFDF0D}"/>
              </a:ext>
            </a:extLst>
          </p:cNvPr>
          <p:cNvSpPr txBox="1">
            <a:spLocks/>
          </p:cNvSpPr>
          <p:nvPr/>
        </p:nvSpPr>
        <p:spPr>
          <a:xfrm>
            <a:off x="953728" y="78659"/>
            <a:ext cx="10854813" cy="75708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b="1" u="sng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615F2DF-E346-096C-AE94-119146F43EA1}"/>
              </a:ext>
            </a:extLst>
          </p:cNvPr>
          <p:cNvSpPr txBox="1">
            <a:spLocks/>
          </p:cNvSpPr>
          <p:nvPr/>
        </p:nvSpPr>
        <p:spPr>
          <a:xfrm>
            <a:off x="1061881" y="990601"/>
            <a:ext cx="10854813" cy="57887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400" b="1" dirty="0">
                <a:latin typeface="Algerian" panose="04020705040A02060702" pitchFamily="82" charset="0"/>
              </a:rPr>
              <a:t>                                </a:t>
            </a:r>
            <a:r>
              <a:rPr lang="en-IN" sz="2400" b="1" u="sng" dirty="0">
                <a:latin typeface="Algerian" panose="04020705040A02060702" pitchFamily="82" charset="0"/>
              </a:rPr>
              <a:t> </a:t>
            </a:r>
          </a:p>
          <a:p>
            <a:endParaRPr lang="en-IN" sz="2400" b="1" u="sng" dirty="0">
              <a:latin typeface="Algerian" panose="04020705040A02060702" pitchFamily="82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IN" sz="2400" b="1" dirty="0">
              <a:latin typeface="Algerian" panose="04020705040A02060702" pitchFamily="82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IN" sz="2400" b="1" u="sng" dirty="0">
              <a:latin typeface="Algerian" panose="04020705040A02060702" pitchFamily="82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56F11AD-0E16-35CE-B2EA-17C8B92FEC47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371600" y="78660"/>
            <a:ext cx="9601200" cy="580102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                            </a:t>
            </a:r>
            <a:r>
              <a:rPr lang="en-US" sz="2400" b="1" u="sng" dirty="0">
                <a:latin typeface="Algerian" panose="04020705040A02060702" pitchFamily="82" charset="0"/>
              </a:rPr>
              <a:t>Dashboard </a:t>
            </a:r>
            <a:endParaRPr lang="en-IN" sz="2400" b="1" u="sng" dirty="0">
              <a:latin typeface="Algerian" panose="04020705040A02060702" pitchFamily="82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3A9FFDE-8C30-922E-84F6-7B720755A8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80104"/>
            <a:ext cx="12192000" cy="6277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6276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>
                <a:lumMod val="40000"/>
                <a:lumOff val="60000"/>
              </a:schemeClr>
            </a:gs>
            <a:gs pos="0">
              <a:schemeClr val="accent5">
                <a:lumMod val="0"/>
                <a:lumOff val="100000"/>
              </a:schemeClr>
            </a:gs>
            <a:gs pos="0">
              <a:schemeClr val="accent5">
                <a:lumMod val="0"/>
                <a:lumOff val="100000"/>
              </a:schemeClr>
            </a:gs>
            <a:gs pos="100000">
              <a:schemeClr val="accent5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1B3798-E3E9-7657-42F7-5227A95AB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1DCB1-77F1-2C68-8739-A81FBDFF3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127820"/>
            <a:ext cx="9601200" cy="707922"/>
          </a:xfrm>
        </p:spPr>
        <p:txBody>
          <a:bodyPr/>
          <a:lstStyle/>
          <a:p>
            <a:r>
              <a:rPr lang="en-US" dirty="0"/>
              <a:t>                     </a:t>
            </a:r>
            <a:endParaRPr lang="en-IN" b="1" u="sng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2288EFB-A78C-5475-E3B2-344AD5D5C695}"/>
              </a:ext>
            </a:extLst>
          </p:cNvPr>
          <p:cNvSpPr txBox="1">
            <a:spLocks/>
          </p:cNvSpPr>
          <p:nvPr/>
        </p:nvSpPr>
        <p:spPr>
          <a:xfrm>
            <a:off x="953728" y="78659"/>
            <a:ext cx="10854813" cy="651387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b="1" u="sng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2C1515E-7268-DD06-FE62-1084A90A5A21}"/>
              </a:ext>
            </a:extLst>
          </p:cNvPr>
          <p:cNvSpPr txBox="1">
            <a:spLocks/>
          </p:cNvSpPr>
          <p:nvPr/>
        </p:nvSpPr>
        <p:spPr>
          <a:xfrm>
            <a:off x="1061881" y="990601"/>
            <a:ext cx="10854813" cy="57887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400" b="1" dirty="0">
                <a:latin typeface="Algerian" panose="04020705040A02060702" pitchFamily="82" charset="0"/>
              </a:rPr>
              <a:t>                                </a:t>
            </a:r>
            <a:r>
              <a:rPr lang="en-IN" sz="2400" b="1" u="sng" dirty="0">
                <a:latin typeface="Algerian" panose="04020705040A02060702" pitchFamily="82" charset="0"/>
              </a:rPr>
              <a:t> </a:t>
            </a:r>
          </a:p>
          <a:p>
            <a:endParaRPr lang="en-IN" sz="2400" b="1" u="sng" dirty="0">
              <a:latin typeface="Algerian" panose="04020705040A02060702" pitchFamily="82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IN" sz="2400" b="1" dirty="0">
              <a:latin typeface="Algerian" panose="04020705040A02060702" pitchFamily="82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IN" sz="2400" b="1" u="sng" dirty="0">
              <a:latin typeface="Algerian" panose="04020705040A02060702" pitchFamily="82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AEA8EDC-02B6-95FB-F5EB-CC0D5A48D4CF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09600" y="78659"/>
            <a:ext cx="11307094" cy="644012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                              </a:t>
            </a:r>
            <a:r>
              <a:rPr lang="en-US" sz="2400" b="1" u="sng" dirty="0">
                <a:latin typeface="Algerian" panose="04020705040A02060702" pitchFamily="82" charset="0"/>
              </a:rPr>
              <a:t>conclusion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>
                <a:latin typeface="+mn-lt"/>
              </a:rPr>
              <a:t>The 29M profile visits suggests the brand has a high interest among the users.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>
                <a:latin typeface="+mn-lt"/>
              </a:rPr>
              <a:t>The reach of 98crore and impressions of One million suggests that there is a strong visibility 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>
                <a:latin typeface="+mn-lt"/>
              </a:rPr>
              <a:t>The engagement funnel shows a healthy downstream engagement.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>
                <a:latin typeface="+mn-lt"/>
              </a:rPr>
              <a:t>Wednesday and Thursday consistently show the highest average engagements across all post types so making it the best days to post.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>
                <a:latin typeface="+mn-lt"/>
              </a:rPr>
              <a:t>Reels peak on Thursday and Friday.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>
                <a:latin typeface="+mn-lt"/>
              </a:rPr>
              <a:t>Images perform best on Sunday and Monday.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>
                <a:latin typeface="+mn-lt"/>
              </a:rPr>
              <a:t>Stories are strongest on Monday and Wednesday.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>
                <a:latin typeface="+mn-lt"/>
              </a:rPr>
              <a:t> Videos shine midweek, especially Wednesday.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>
                <a:latin typeface="+mn-lt"/>
              </a:rPr>
              <a:t>The posting is consistent with a slight dip in October and April.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>
                <a:latin typeface="+mn-lt"/>
              </a:rPr>
              <a:t>The #veganbeauty has the highest engagement rate 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>
                <a:latin typeface="+mn-lt"/>
              </a:rPr>
              <a:t>Reels and Images lead in both likes and engagement rate for 2024 and 2025.</a:t>
            </a:r>
            <a:endParaRPr lang="en-IN" sz="24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755275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>
                <a:lumMod val="40000"/>
                <a:lumOff val="60000"/>
              </a:schemeClr>
            </a:gs>
            <a:gs pos="0">
              <a:schemeClr val="accent5">
                <a:lumMod val="0"/>
                <a:lumOff val="100000"/>
              </a:schemeClr>
            </a:gs>
            <a:gs pos="0">
              <a:schemeClr val="accent5">
                <a:lumMod val="0"/>
                <a:lumOff val="100000"/>
              </a:schemeClr>
            </a:gs>
            <a:gs pos="100000">
              <a:schemeClr val="accent5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EBEF2E-997A-BC31-BAD1-038C5F54D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001EE-687D-D386-0739-3768F2864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127820"/>
            <a:ext cx="9601200" cy="707922"/>
          </a:xfrm>
        </p:spPr>
        <p:txBody>
          <a:bodyPr/>
          <a:lstStyle/>
          <a:p>
            <a:r>
              <a:rPr lang="en-US" dirty="0"/>
              <a:t>                     </a:t>
            </a:r>
            <a:endParaRPr lang="en-IN" b="1" u="sng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A782D72-242D-522A-8B86-9286086F3C93}"/>
              </a:ext>
            </a:extLst>
          </p:cNvPr>
          <p:cNvSpPr txBox="1">
            <a:spLocks/>
          </p:cNvSpPr>
          <p:nvPr/>
        </p:nvSpPr>
        <p:spPr>
          <a:xfrm>
            <a:off x="953728" y="78659"/>
            <a:ext cx="10854813" cy="651387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b="1" u="sng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9AED993-DB34-4B20-D9AB-3E2BB1A1065D}"/>
              </a:ext>
            </a:extLst>
          </p:cNvPr>
          <p:cNvSpPr txBox="1">
            <a:spLocks/>
          </p:cNvSpPr>
          <p:nvPr/>
        </p:nvSpPr>
        <p:spPr>
          <a:xfrm>
            <a:off x="1061881" y="990601"/>
            <a:ext cx="10854813" cy="57887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400" b="1" dirty="0">
                <a:latin typeface="Algerian" panose="04020705040A02060702" pitchFamily="82" charset="0"/>
              </a:rPr>
              <a:t>                                </a:t>
            </a:r>
            <a:r>
              <a:rPr lang="en-IN" sz="2400" b="1" u="sng" dirty="0">
                <a:latin typeface="Algerian" panose="04020705040A02060702" pitchFamily="82" charset="0"/>
              </a:rPr>
              <a:t> </a:t>
            </a:r>
          </a:p>
          <a:p>
            <a:endParaRPr lang="en-IN" sz="2400" b="1" u="sng" dirty="0">
              <a:latin typeface="Algerian" panose="04020705040A02060702" pitchFamily="82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IN" sz="2400" b="1" dirty="0">
              <a:latin typeface="Algerian" panose="04020705040A02060702" pitchFamily="82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IN" sz="2400" b="1" u="sng" dirty="0">
              <a:latin typeface="Algerian" panose="04020705040A02060702" pitchFamily="82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3EF351D-DEEA-5172-EA24-11F4F8723EE3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09600" y="78659"/>
            <a:ext cx="11307094" cy="644012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                              </a:t>
            </a:r>
            <a:r>
              <a:rPr lang="en-US" sz="2400" b="1" u="sng" dirty="0">
                <a:latin typeface="Algerian" panose="04020705040A02060702" pitchFamily="82" charset="0"/>
              </a:rPr>
              <a:t>recommendations</a:t>
            </a:r>
          </a:p>
          <a:p>
            <a:endParaRPr lang="en-US" sz="2400" b="1" u="sng" dirty="0">
              <a:latin typeface="Algerian" panose="04020705040A02060702" pitchFamily="82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latin typeface="+mn-lt"/>
              </a:rPr>
              <a:t>Prioritize Reels and Stories on Wednesday–Friday to maximize engagement.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800" dirty="0">
              <a:latin typeface="+mn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latin typeface="+mn-lt"/>
              </a:rPr>
              <a:t>Use Images on Sunday/Monday to tap into relaxed browsing behavior.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800" dirty="0">
              <a:latin typeface="+mn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latin typeface="+mn-lt"/>
              </a:rPr>
              <a:t>Experiment with Video storytelling or events formats to lift engagement to boost the underperforming formats. 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800" dirty="0">
              <a:latin typeface="+mn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latin typeface="+mn-lt"/>
              </a:rPr>
              <a:t>Increase content volume in </a:t>
            </a:r>
            <a:r>
              <a:rPr lang="en-US" sz="2800">
                <a:latin typeface="+mn-lt"/>
              </a:rPr>
              <a:t>months(October/April) </a:t>
            </a:r>
            <a:r>
              <a:rPr lang="en-US" sz="2800" dirty="0">
                <a:latin typeface="+mn-lt"/>
              </a:rPr>
              <a:t>with lower post counts to maintain brand visibility.</a:t>
            </a:r>
          </a:p>
          <a:p>
            <a:endParaRPr lang="en-US" sz="2400" b="1" u="sng" dirty="0">
              <a:latin typeface="Algerian" panose="04020705040A02060702" pitchFamily="82" charset="0"/>
            </a:endParaRPr>
          </a:p>
          <a:p>
            <a:endParaRPr lang="en-US" sz="2400" b="1" u="sng" dirty="0">
              <a:latin typeface="Algerian" panose="04020705040A02060702" pitchFamily="82" charset="0"/>
            </a:endParaRPr>
          </a:p>
          <a:p>
            <a:endParaRPr lang="en-US" sz="2400" b="1" u="sng" dirty="0">
              <a:latin typeface="Algerian" panose="04020705040A02060702" pitchFamily="82" charset="0"/>
            </a:endParaRPr>
          </a:p>
          <a:p>
            <a:endParaRPr lang="en-US" sz="2400" b="1" u="sng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0517183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{3C268726-12F0-4CCE-888F-0C9545D47700}tf10001105</Template>
  <TotalTime>2353</TotalTime>
  <Words>737</Words>
  <Application>Microsoft Office PowerPoint</Application>
  <PresentationFormat>Widescreen</PresentationFormat>
  <Paragraphs>128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Algerian</vt:lpstr>
      <vt:lpstr>Franklin Gothic Book</vt:lpstr>
      <vt:lpstr>Wingdings</vt:lpstr>
      <vt:lpstr>Crop</vt:lpstr>
      <vt:lpstr>Instagram Performance Analytics for Sugar Cosmetics</vt:lpstr>
      <vt:lpstr>                            Task 1 </vt:lpstr>
      <vt:lpstr>                            Task 2</vt:lpstr>
      <vt:lpstr>                     </vt:lpstr>
      <vt:lpstr>                     </vt:lpstr>
      <vt:lpstr>                     </vt:lpstr>
      <vt:lpstr>                     </vt:lpstr>
      <vt:lpstr>                     </vt:lpstr>
      <vt:lpstr>                     </vt:lpstr>
      <vt:lpstr>                     </vt:lpstr>
      <vt:lpstr>                     </vt:lpstr>
      <vt:lpstr>                     </vt:lpstr>
      <vt:lpstr>                     </vt:lpstr>
      <vt:lpstr>                     </vt:lpstr>
      <vt:lpstr>                     </vt:lpstr>
      <vt:lpstr>                     </vt:lpstr>
      <vt:lpstr>                  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Nithya Boopathy</dc:creator>
  <cp:lastModifiedBy>Nithya Boopathy</cp:lastModifiedBy>
  <cp:revision>2</cp:revision>
  <dcterms:created xsi:type="dcterms:W3CDTF">2026-01-05T11:31:09Z</dcterms:created>
  <dcterms:modified xsi:type="dcterms:W3CDTF">2026-06-27T14:43:30Z</dcterms:modified>
</cp:coreProperties>
</file>